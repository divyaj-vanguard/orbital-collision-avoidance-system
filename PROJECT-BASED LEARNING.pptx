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embeddedFontLst>
    <p:embeddedFont>
      <p:font typeface="Tahoma"/>
      <p:regular r:id="rId18"/>
      <p:bold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42A646-F156-4715-B374-99A624F511C5}">
  <a:tblStyle styleId="{1C42A646-F156-4715-B374-99A624F511C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4.xml"/><Relationship Id="rId22" Type="http://schemas.openxmlformats.org/officeDocument/2006/relationships/font" Target="fonts/RobotoMono-italic.fntdata"/><Relationship Id="rId10" Type="http://schemas.openxmlformats.org/officeDocument/2006/relationships/slide" Target="slides/slide3.xml"/><Relationship Id="rId21" Type="http://schemas.openxmlformats.org/officeDocument/2006/relationships/font" Target="fonts/RobotoMono-bold.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RobotoMon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Tahoma-bold.fntdata"/><Relationship Id="rId6" Type="http://schemas.openxmlformats.org/officeDocument/2006/relationships/slideMaster" Target="slideMasters/slideMaster2.xml"/><Relationship Id="rId18" Type="http://schemas.openxmlformats.org/officeDocument/2006/relationships/font" Target="fonts/Tahoma-regular.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a2390e273_3_36: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88" name="Google Shape;88;g3fa2390e273_3_36: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a2390e273_3_51: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97" name="Google Shape;97;g3fa2390e273_3_51: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a2390e273_3_82:notes"/>
          <p:cNvSpPr txBox="1"/>
          <p:nvPr>
            <p:ph idx="1" type="body"/>
          </p:nvPr>
        </p:nvSpPr>
        <p:spPr>
          <a:xfrm>
            <a:off x="685794" y="4343389"/>
            <a:ext cx="5486400" cy="4114800"/>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127" name="Google Shape;127;g3fa2390e273_3_82:notes"/>
          <p:cNvSpPr/>
          <p:nvPr>
            <p:ph idx="2" type="sldImg"/>
          </p:nvPr>
        </p:nvSpPr>
        <p:spPr>
          <a:xfrm>
            <a:off x="1142099" y="685761"/>
            <a:ext cx="45744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a2390e273_3_100: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148" name="Google Shape;148;g3fa2390e273_3_100: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a2390e273_3_113: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155" name="Google Shape;155;g3fa2390e273_3_113: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a2390e273_3_127: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168" name="Google Shape;168;g3fa2390e273_3_127: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a2390e273_3_140: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180" name="Google Shape;180;g3fa2390e273_3_140: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a2390e273_3_186: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221" name="Google Shape;221;g3fa2390e273_3_186: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a2390e273_3_210: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247" name="Google Shape;247;g3fa2390e273_3_210: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a2390e273_3_224:notes"/>
          <p:cNvSpPr txBox="1"/>
          <p:nvPr>
            <p:ph idx="1" type="body"/>
          </p:nvPr>
        </p:nvSpPr>
        <p:spPr>
          <a:xfrm>
            <a:off x="685794" y="4343389"/>
            <a:ext cx="5486382" cy="4114779"/>
          </a:xfrm>
          <a:prstGeom prst="rect">
            <a:avLst/>
          </a:prstGeom>
        </p:spPr>
        <p:txBody>
          <a:bodyPr anchorCtr="0" anchor="t" bIns="158375" lIns="158375" spcFirstLastPara="1" rIns="158375" wrap="square" tIns="158375">
            <a:noAutofit/>
          </a:bodyPr>
          <a:lstStyle/>
          <a:p>
            <a:pPr indent="0" lvl="0" marL="0" rtl="0" algn="l">
              <a:spcBef>
                <a:spcPts val="0"/>
              </a:spcBef>
              <a:spcAft>
                <a:spcPts val="0"/>
              </a:spcAft>
              <a:buNone/>
            </a:pPr>
            <a:r>
              <a:t/>
            </a:r>
            <a:endParaRPr/>
          </a:p>
        </p:txBody>
      </p:sp>
      <p:sp>
        <p:nvSpPr>
          <p:cNvPr id="264" name="Google Shape;264;g3fa2390e273_3_224:notes"/>
          <p:cNvSpPr/>
          <p:nvPr>
            <p:ph idx="2" type="sldImg"/>
          </p:nvPr>
        </p:nvSpPr>
        <p:spPr>
          <a:xfrm>
            <a:off x="1142099" y="685761"/>
            <a:ext cx="4574456" cy="342894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550775" y="480042"/>
            <a:ext cx="6004023" cy="38752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b="1" i="0" sz="2200">
                <a:solidFill>
                  <a:srgbClr val="133768"/>
                </a:solidFill>
                <a:latin typeface="Tahoma"/>
                <a:ea typeface="Tahoma"/>
                <a:cs typeface="Tahoma"/>
                <a:sym typeface="Tahoma"/>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60" name="Google Shape;60;p14"/>
          <p:cNvSpPr txBox="1"/>
          <p:nvPr>
            <p:ph idx="1" type="body"/>
          </p:nvPr>
        </p:nvSpPr>
        <p:spPr>
          <a:xfrm>
            <a:off x="4347086" y="2405099"/>
            <a:ext cx="4277940" cy="110016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200"/>
              <a:buNone/>
              <a:defRPr b="0" i="0">
                <a:solidFill>
                  <a:schemeClr val="dk1"/>
                </a:solidFill>
              </a:defRPr>
            </a:lvl1pPr>
            <a:lvl2pPr indent="-228600" lvl="1" marL="914400" algn="l">
              <a:spcBef>
                <a:spcPts val="0"/>
              </a:spcBef>
              <a:spcAft>
                <a:spcPts val="0"/>
              </a:spcAft>
              <a:buSzPts val="2200"/>
              <a:buNone/>
              <a:defRPr/>
            </a:lvl2pPr>
            <a:lvl3pPr indent="-228600" lvl="2" marL="1371600" algn="l">
              <a:spcBef>
                <a:spcPts val="0"/>
              </a:spcBef>
              <a:spcAft>
                <a:spcPts val="0"/>
              </a:spcAft>
              <a:buSzPts val="2200"/>
              <a:buNone/>
              <a:defRPr/>
            </a:lvl3pPr>
            <a:lvl4pPr indent="-228600" lvl="3" marL="1828800" algn="l">
              <a:spcBef>
                <a:spcPts val="0"/>
              </a:spcBef>
              <a:spcAft>
                <a:spcPts val="0"/>
              </a:spcAft>
              <a:buSzPts val="2200"/>
              <a:buNone/>
              <a:defRPr/>
            </a:lvl4pPr>
            <a:lvl5pPr indent="-228600" lvl="4" marL="2286000" algn="l">
              <a:spcBef>
                <a:spcPts val="0"/>
              </a:spcBef>
              <a:spcAft>
                <a:spcPts val="0"/>
              </a:spcAft>
              <a:buSzPts val="2200"/>
              <a:buNone/>
              <a:defRPr/>
            </a:lvl5pPr>
            <a:lvl6pPr indent="-228600" lvl="5" marL="2743200" algn="l">
              <a:spcBef>
                <a:spcPts val="0"/>
              </a:spcBef>
              <a:spcAft>
                <a:spcPts val="0"/>
              </a:spcAft>
              <a:buSzPts val="2200"/>
              <a:buNone/>
              <a:defRPr/>
            </a:lvl6pPr>
            <a:lvl7pPr indent="-228600" lvl="6" marL="3200400" algn="l">
              <a:spcBef>
                <a:spcPts val="0"/>
              </a:spcBef>
              <a:spcAft>
                <a:spcPts val="0"/>
              </a:spcAft>
              <a:buSzPts val="2200"/>
              <a:buNone/>
              <a:defRPr/>
            </a:lvl7pPr>
            <a:lvl8pPr indent="-228600" lvl="7" marL="3657600" algn="l">
              <a:spcBef>
                <a:spcPts val="0"/>
              </a:spcBef>
              <a:spcAft>
                <a:spcPts val="0"/>
              </a:spcAft>
              <a:buSzPts val="2200"/>
              <a:buNone/>
              <a:defRPr/>
            </a:lvl8pPr>
            <a:lvl9pPr indent="-228600" lvl="8" marL="4114800" algn="l">
              <a:spcBef>
                <a:spcPts val="0"/>
              </a:spcBef>
              <a:spcAft>
                <a:spcPts val="0"/>
              </a:spcAft>
              <a:buSzPts val="2200"/>
              <a:buNone/>
              <a:defRPr/>
            </a:lvl9pPr>
          </a:lstStyle>
          <a:p/>
        </p:txBody>
      </p:sp>
      <p:sp>
        <p:nvSpPr>
          <p:cNvPr id="61" name="Google Shape;61;p14"/>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62" name="Google Shape;62;p14"/>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a:solidFill>
                  <a:srgbClr val="888888"/>
                </a:solidFil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63" name="Google Shape;63;p14"/>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4" name="Shape 64"/>
        <p:cNvGrpSpPr/>
        <p:nvPr/>
      </p:nvGrpSpPr>
      <p:grpSpPr>
        <a:xfrm>
          <a:off x="0" y="0"/>
          <a:ext cx="0" cy="0"/>
          <a:chOff x="0" y="0"/>
          <a:chExt cx="0" cy="0"/>
        </a:xfrm>
      </p:grpSpPr>
      <p:sp>
        <p:nvSpPr>
          <p:cNvPr id="65" name="Google Shape;65;p15"/>
          <p:cNvSpPr txBox="1"/>
          <p:nvPr>
            <p:ph type="title"/>
          </p:nvPr>
        </p:nvSpPr>
        <p:spPr>
          <a:xfrm>
            <a:off x="550775" y="480042"/>
            <a:ext cx="6004023" cy="38752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b="1" i="0" sz="2200">
                <a:solidFill>
                  <a:srgbClr val="133768"/>
                </a:solidFill>
                <a:latin typeface="Tahoma"/>
                <a:ea typeface="Tahoma"/>
                <a:cs typeface="Tahoma"/>
                <a:sym typeface="Tahoma"/>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66" name="Google Shape;66;p15"/>
          <p:cNvSpPr txBox="1"/>
          <p:nvPr>
            <p:ph idx="1" type="body"/>
          </p:nvPr>
        </p:nvSpPr>
        <p:spPr>
          <a:xfrm>
            <a:off x="490352" y="1567404"/>
            <a:ext cx="3454176" cy="3091133"/>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200"/>
              <a:buNone/>
              <a:defRPr b="1" i="0" sz="1700">
                <a:solidFill>
                  <a:srgbClr val="133768"/>
                </a:solidFill>
                <a:latin typeface="Tahoma"/>
                <a:ea typeface="Tahoma"/>
                <a:cs typeface="Tahoma"/>
                <a:sym typeface="Tahoma"/>
              </a:defRPr>
            </a:lvl1pPr>
            <a:lvl2pPr indent="-228600" lvl="1" marL="914400" algn="l">
              <a:spcBef>
                <a:spcPts val="0"/>
              </a:spcBef>
              <a:spcAft>
                <a:spcPts val="0"/>
              </a:spcAft>
              <a:buSzPts val="2200"/>
              <a:buNone/>
              <a:defRPr/>
            </a:lvl2pPr>
            <a:lvl3pPr indent="-228600" lvl="2" marL="1371600" algn="l">
              <a:spcBef>
                <a:spcPts val="0"/>
              </a:spcBef>
              <a:spcAft>
                <a:spcPts val="0"/>
              </a:spcAft>
              <a:buSzPts val="2200"/>
              <a:buNone/>
              <a:defRPr/>
            </a:lvl3pPr>
            <a:lvl4pPr indent="-228600" lvl="3" marL="1828800" algn="l">
              <a:spcBef>
                <a:spcPts val="0"/>
              </a:spcBef>
              <a:spcAft>
                <a:spcPts val="0"/>
              </a:spcAft>
              <a:buSzPts val="2200"/>
              <a:buNone/>
              <a:defRPr/>
            </a:lvl4pPr>
            <a:lvl5pPr indent="-228600" lvl="4" marL="2286000" algn="l">
              <a:spcBef>
                <a:spcPts val="0"/>
              </a:spcBef>
              <a:spcAft>
                <a:spcPts val="0"/>
              </a:spcAft>
              <a:buSzPts val="2200"/>
              <a:buNone/>
              <a:defRPr/>
            </a:lvl5pPr>
            <a:lvl6pPr indent="-228600" lvl="5" marL="2743200" algn="l">
              <a:spcBef>
                <a:spcPts val="0"/>
              </a:spcBef>
              <a:spcAft>
                <a:spcPts val="0"/>
              </a:spcAft>
              <a:buSzPts val="2200"/>
              <a:buNone/>
              <a:defRPr/>
            </a:lvl6pPr>
            <a:lvl7pPr indent="-228600" lvl="6" marL="3200400" algn="l">
              <a:spcBef>
                <a:spcPts val="0"/>
              </a:spcBef>
              <a:spcAft>
                <a:spcPts val="0"/>
              </a:spcAft>
              <a:buSzPts val="2200"/>
              <a:buNone/>
              <a:defRPr/>
            </a:lvl7pPr>
            <a:lvl8pPr indent="-228600" lvl="7" marL="3657600" algn="l">
              <a:spcBef>
                <a:spcPts val="0"/>
              </a:spcBef>
              <a:spcAft>
                <a:spcPts val="0"/>
              </a:spcAft>
              <a:buSzPts val="2200"/>
              <a:buNone/>
              <a:defRPr/>
            </a:lvl8pPr>
            <a:lvl9pPr indent="-228600" lvl="8" marL="4114800" algn="l">
              <a:spcBef>
                <a:spcPts val="0"/>
              </a:spcBef>
              <a:spcAft>
                <a:spcPts val="0"/>
              </a:spcAft>
              <a:buSzPts val="2200"/>
              <a:buNone/>
              <a:defRPr/>
            </a:lvl9pPr>
          </a:lstStyle>
          <a:p/>
        </p:txBody>
      </p:sp>
      <p:sp>
        <p:nvSpPr>
          <p:cNvPr id="67" name="Google Shape;67;p15"/>
          <p:cNvSpPr txBox="1"/>
          <p:nvPr>
            <p:ph idx="2" type="body"/>
          </p:nvPr>
        </p:nvSpPr>
        <p:spPr>
          <a:xfrm>
            <a:off x="4709160" y="1183004"/>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2200"/>
              <a:buNone/>
              <a:defRPr/>
            </a:lvl1pPr>
            <a:lvl2pPr indent="-228600" lvl="1" marL="914400" algn="l">
              <a:spcBef>
                <a:spcPts val="0"/>
              </a:spcBef>
              <a:spcAft>
                <a:spcPts val="0"/>
              </a:spcAft>
              <a:buSzPts val="2200"/>
              <a:buNone/>
              <a:defRPr/>
            </a:lvl2pPr>
            <a:lvl3pPr indent="-228600" lvl="2" marL="1371600" algn="l">
              <a:spcBef>
                <a:spcPts val="0"/>
              </a:spcBef>
              <a:spcAft>
                <a:spcPts val="0"/>
              </a:spcAft>
              <a:buSzPts val="2200"/>
              <a:buNone/>
              <a:defRPr/>
            </a:lvl3pPr>
            <a:lvl4pPr indent="-228600" lvl="3" marL="1828800" algn="l">
              <a:spcBef>
                <a:spcPts val="0"/>
              </a:spcBef>
              <a:spcAft>
                <a:spcPts val="0"/>
              </a:spcAft>
              <a:buSzPts val="2200"/>
              <a:buNone/>
              <a:defRPr/>
            </a:lvl4pPr>
            <a:lvl5pPr indent="-228600" lvl="4" marL="2286000" algn="l">
              <a:spcBef>
                <a:spcPts val="0"/>
              </a:spcBef>
              <a:spcAft>
                <a:spcPts val="0"/>
              </a:spcAft>
              <a:buSzPts val="2200"/>
              <a:buNone/>
              <a:defRPr/>
            </a:lvl5pPr>
            <a:lvl6pPr indent="-228600" lvl="5" marL="2743200" algn="l">
              <a:spcBef>
                <a:spcPts val="0"/>
              </a:spcBef>
              <a:spcAft>
                <a:spcPts val="0"/>
              </a:spcAft>
              <a:buSzPts val="2200"/>
              <a:buNone/>
              <a:defRPr/>
            </a:lvl6pPr>
            <a:lvl7pPr indent="-228600" lvl="6" marL="3200400" algn="l">
              <a:spcBef>
                <a:spcPts val="0"/>
              </a:spcBef>
              <a:spcAft>
                <a:spcPts val="0"/>
              </a:spcAft>
              <a:buSzPts val="2200"/>
              <a:buNone/>
              <a:defRPr/>
            </a:lvl7pPr>
            <a:lvl8pPr indent="-228600" lvl="7" marL="3657600" algn="l">
              <a:spcBef>
                <a:spcPts val="0"/>
              </a:spcBef>
              <a:spcAft>
                <a:spcPts val="0"/>
              </a:spcAft>
              <a:buSzPts val="2200"/>
              <a:buNone/>
              <a:defRPr/>
            </a:lvl8pPr>
            <a:lvl9pPr indent="-228600" lvl="8" marL="4114800" algn="l">
              <a:spcBef>
                <a:spcPts val="0"/>
              </a:spcBef>
              <a:spcAft>
                <a:spcPts val="0"/>
              </a:spcAft>
              <a:buSzPts val="2200"/>
              <a:buNone/>
              <a:defRPr/>
            </a:lvl9pPr>
          </a:lstStyle>
          <a:p/>
        </p:txBody>
      </p:sp>
      <p:sp>
        <p:nvSpPr>
          <p:cNvPr id="68" name="Google Shape;68;p15"/>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69" name="Google Shape;69;p15"/>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a:solidFill>
                  <a:srgbClr val="888888"/>
                </a:solidFil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70" name="Google Shape;70;p15"/>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1" name="Shape 71"/>
        <p:cNvGrpSpPr/>
        <p:nvPr/>
      </p:nvGrpSpPr>
      <p:grpSpPr>
        <a:xfrm>
          <a:off x="0" y="0"/>
          <a:ext cx="0" cy="0"/>
          <a:chOff x="0" y="0"/>
          <a:chExt cx="0" cy="0"/>
        </a:xfrm>
      </p:grpSpPr>
      <p:sp>
        <p:nvSpPr>
          <p:cNvPr id="72" name="Google Shape;72;p16"/>
          <p:cNvSpPr txBox="1"/>
          <p:nvPr>
            <p:ph type="ctrTitle"/>
          </p:nvPr>
        </p:nvSpPr>
        <p:spPr>
          <a:xfrm>
            <a:off x="685800" y="1594484"/>
            <a:ext cx="7772400" cy="108013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b="1" i="0" sz="2200">
                <a:solidFill>
                  <a:srgbClr val="133768"/>
                </a:solidFill>
                <a:latin typeface="Tahoma"/>
                <a:ea typeface="Tahoma"/>
                <a:cs typeface="Tahoma"/>
                <a:sym typeface="Tahoma"/>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73" name="Google Shape;73;p16"/>
          <p:cNvSpPr txBox="1"/>
          <p:nvPr>
            <p:ph idx="1" type="subTitle"/>
          </p:nvPr>
        </p:nvSpPr>
        <p:spPr>
          <a:xfrm>
            <a:off x="1371600" y="2880360"/>
            <a:ext cx="6400800" cy="12858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b="0" i="0">
                <a:solidFill>
                  <a:schemeClr val="dk1"/>
                </a:solidFill>
              </a:defRPr>
            </a:lvl1pPr>
            <a:lvl2pPr lvl="1" algn="l">
              <a:spcBef>
                <a:spcPts val="0"/>
              </a:spcBef>
              <a:spcAft>
                <a:spcPts val="0"/>
              </a:spcAft>
              <a:buSzPts val="2200"/>
              <a:buNone/>
              <a:defRPr/>
            </a:lvl2pPr>
            <a:lvl3pPr lvl="2" algn="l">
              <a:spcBef>
                <a:spcPts val="0"/>
              </a:spcBef>
              <a:spcAft>
                <a:spcPts val="0"/>
              </a:spcAft>
              <a:buSzPts val="2200"/>
              <a:buNone/>
              <a:defRPr/>
            </a:lvl3pPr>
            <a:lvl4pPr lvl="3" algn="l">
              <a:spcBef>
                <a:spcPts val="0"/>
              </a:spcBef>
              <a:spcAft>
                <a:spcPts val="0"/>
              </a:spcAft>
              <a:buSzPts val="2200"/>
              <a:buNone/>
              <a:defRPr/>
            </a:lvl4pPr>
            <a:lvl5pPr lvl="4" algn="l">
              <a:spcBef>
                <a:spcPts val="0"/>
              </a:spcBef>
              <a:spcAft>
                <a:spcPts val="0"/>
              </a:spcAft>
              <a:buSzPts val="2200"/>
              <a:buNone/>
              <a:defRPr/>
            </a:lvl5pPr>
            <a:lvl6pPr lvl="5" algn="l">
              <a:spcBef>
                <a:spcPts val="0"/>
              </a:spcBef>
              <a:spcAft>
                <a:spcPts val="0"/>
              </a:spcAft>
              <a:buSzPts val="2200"/>
              <a:buNone/>
              <a:defRPr/>
            </a:lvl6pPr>
            <a:lvl7pPr lvl="6" algn="l">
              <a:spcBef>
                <a:spcPts val="0"/>
              </a:spcBef>
              <a:spcAft>
                <a:spcPts val="0"/>
              </a:spcAft>
              <a:buSzPts val="2200"/>
              <a:buNone/>
              <a:defRPr/>
            </a:lvl7pPr>
            <a:lvl8pPr lvl="7" algn="l">
              <a:spcBef>
                <a:spcPts val="0"/>
              </a:spcBef>
              <a:spcAft>
                <a:spcPts val="0"/>
              </a:spcAft>
              <a:buSzPts val="2200"/>
              <a:buNone/>
              <a:defRPr/>
            </a:lvl8pPr>
            <a:lvl9pPr lvl="8" algn="l">
              <a:spcBef>
                <a:spcPts val="0"/>
              </a:spcBef>
              <a:spcAft>
                <a:spcPts val="0"/>
              </a:spcAft>
              <a:buSzPts val="2200"/>
              <a:buNone/>
              <a:defRPr/>
            </a:lvl9pPr>
          </a:lstStyle>
          <a:p/>
        </p:txBody>
      </p:sp>
      <p:sp>
        <p:nvSpPr>
          <p:cNvPr id="74" name="Google Shape;74;p16"/>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75" name="Google Shape;75;p16"/>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a:solidFill>
                  <a:srgbClr val="888888"/>
                </a:solidFil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76" name="Google Shape;76;p16"/>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 name="Shape 77"/>
        <p:cNvGrpSpPr/>
        <p:nvPr/>
      </p:nvGrpSpPr>
      <p:grpSpPr>
        <a:xfrm>
          <a:off x="0" y="0"/>
          <a:ext cx="0" cy="0"/>
          <a:chOff x="0" y="0"/>
          <a:chExt cx="0" cy="0"/>
        </a:xfrm>
      </p:grpSpPr>
      <p:sp>
        <p:nvSpPr>
          <p:cNvPr id="78" name="Google Shape;78;p17"/>
          <p:cNvSpPr txBox="1"/>
          <p:nvPr>
            <p:ph type="title"/>
          </p:nvPr>
        </p:nvSpPr>
        <p:spPr>
          <a:xfrm>
            <a:off x="550775" y="480042"/>
            <a:ext cx="6004023" cy="38752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b="1" i="0" sz="2200">
                <a:solidFill>
                  <a:srgbClr val="133768"/>
                </a:solidFill>
                <a:latin typeface="Tahoma"/>
                <a:ea typeface="Tahoma"/>
                <a:cs typeface="Tahoma"/>
                <a:sym typeface="Tahoma"/>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79" name="Google Shape;79;p17"/>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80" name="Google Shape;80;p17"/>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a:solidFill>
                  <a:srgbClr val="888888"/>
                </a:solidFil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81" name="Google Shape;81;p17"/>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2" name="Shape 82"/>
        <p:cNvGrpSpPr/>
        <p:nvPr/>
      </p:nvGrpSpPr>
      <p:grpSpPr>
        <a:xfrm>
          <a:off x="0" y="0"/>
          <a:ext cx="0" cy="0"/>
          <a:chOff x="0" y="0"/>
          <a:chExt cx="0" cy="0"/>
        </a:xfrm>
      </p:grpSpPr>
      <p:sp>
        <p:nvSpPr>
          <p:cNvPr id="83" name="Google Shape;83;p18"/>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84" name="Google Shape;84;p18"/>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a:solidFill>
                  <a:srgbClr val="888888"/>
                </a:solidFill>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85" name="Google Shape;85;p18"/>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8566941" y="115088"/>
            <a:ext cx="0" cy="354308"/>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52" name="Google Shape;52;p13"/>
          <p:cNvSpPr/>
          <p:nvPr/>
        </p:nvSpPr>
        <p:spPr>
          <a:xfrm>
            <a:off x="8562912" y="119114"/>
            <a:ext cx="354481"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53" name="Google Shape;53;p13"/>
          <p:cNvSpPr txBox="1"/>
          <p:nvPr>
            <p:ph type="title"/>
          </p:nvPr>
        </p:nvSpPr>
        <p:spPr>
          <a:xfrm>
            <a:off x="550775" y="480042"/>
            <a:ext cx="6004023" cy="38752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2200"/>
              <a:buNone/>
              <a:defRPr b="1" i="0" sz="2200" u="none" cap="none" strike="noStrike">
                <a:solidFill>
                  <a:srgbClr val="133768"/>
                </a:solidFill>
                <a:latin typeface="Tahoma"/>
                <a:ea typeface="Tahoma"/>
                <a:cs typeface="Tahoma"/>
                <a:sym typeface="Tahoma"/>
              </a:defRPr>
            </a:lvl1pPr>
            <a:lvl2pPr lvl="1">
              <a:spcBef>
                <a:spcPts val="0"/>
              </a:spcBef>
              <a:spcAft>
                <a:spcPts val="0"/>
              </a:spcAft>
              <a:buSzPts val="2200"/>
              <a:buNone/>
              <a:defRPr sz="2900"/>
            </a:lvl2pPr>
            <a:lvl3pPr lvl="2">
              <a:spcBef>
                <a:spcPts val="0"/>
              </a:spcBef>
              <a:spcAft>
                <a:spcPts val="0"/>
              </a:spcAft>
              <a:buSzPts val="2200"/>
              <a:buNone/>
              <a:defRPr sz="2900"/>
            </a:lvl3pPr>
            <a:lvl4pPr lvl="3">
              <a:spcBef>
                <a:spcPts val="0"/>
              </a:spcBef>
              <a:spcAft>
                <a:spcPts val="0"/>
              </a:spcAft>
              <a:buSzPts val="2200"/>
              <a:buNone/>
              <a:defRPr sz="2900"/>
            </a:lvl4pPr>
            <a:lvl5pPr lvl="4">
              <a:spcBef>
                <a:spcPts val="0"/>
              </a:spcBef>
              <a:spcAft>
                <a:spcPts val="0"/>
              </a:spcAft>
              <a:buSzPts val="2200"/>
              <a:buNone/>
              <a:defRPr sz="2900"/>
            </a:lvl5pPr>
            <a:lvl6pPr lvl="5">
              <a:spcBef>
                <a:spcPts val="0"/>
              </a:spcBef>
              <a:spcAft>
                <a:spcPts val="0"/>
              </a:spcAft>
              <a:buSzPts val="2200"/>
              <a:buNone/>
              <a:defRPr sz="2900"/>
            </a:lvl6pPr>
            <a:lvl7pPr lvl="6">
              <a:spcBef>
                <a:spcPts val="0"/>
              </a:spcBef>
              <a:spcAft>
                <a:spcPts val="0"/>
              </a:spcAft>
              <a:buSzPts val="2200"/>
              <a:buNone/>
              <a:defRPr sz="2900"/>
            </a:lvl7pPr>
            <a:lvl8pPr lvl="7">
              <a:spcBef>
                <a:spcPts val="0"/>
              </a:spcBef>
              <a:spcAft>
                <a:spcPts val="0"/>
              </a:spcAft>
              <a:buSzPts val="2200"/>
              <a:buNone/>
              <a:defRPr sz="2900"/>
            </a:lvl8pPr>
            <a:lvl9pPr lvl="8">
              <a:spcBef>
                <a:spcPts val="0"/>
              </a:spcBef>
              <a:spcAft>
                <a:spcPts val="0"/>
              </a:spcAft>
              <a:buSzPts val="2200"/>
              <a:buNone/>
              <a:defRPr sz="2900"/>
            </a:lvl9pPr>
          </a:lstStyle>
          <a:p/>
        </p:txBody>
      </p:sp>
      <p:sp>
        <p:nvSpPr>
          <p:cNvPr id="54" name="Google Shape;54;p13"/>
          <p:cNvSpPr txBox="1"/>
          <p:nvPr>
            <p:ph idx="1" type="body"/>
          </p:nvPr>
        </p:nvSpPr>
        <p:spPr>
          <a:xfrm>
            <a:off x="4347086" y="2405099"/>
            <a:ext cx="4277940" cy="110016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2200"/>
              <a:buNone/>
              <a:defRPr b="0" i="0" sz="2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2200"/>
              <a:buNone/>
              <a:defRPr b="0" i="0" sz="2900" u="none" cap="none" strike="noStrike">
                <a:latin typeface="Calibri"/>
                <a:ea typeface="Calibri"/>
                <a:cs typeface="Calibri"/>
                <a:sym typeface="Calibri"/>
              </a:defRPr>
            </a:lvl2pPr>
            <a:lvl3pPr indent="-228600" lvl="2" marL="1371600" marR="0" rtl="0" algn="l">
              <a:spcBef>
                <a:spcPts val="0"/>
              </a:spcBef>
              <a:spcAft>
                <a:spcPts val="0"/>
              </a:spcAft>
              <a:buSzPts val="2200"/>
              <a:buNone/>
              <a:defRPr b="0" i="0" sz="2900" u="none" cap="none" strike="noStrike">
                <a:latin typeface="Calibri"/>
                <a:ea typeface="Calibri"/>
                <a:cs typeface="Calibri"/>
                <a:sym typeface="Calibri"/>
              </a:defRPr>
            </a:lvl3pPr>
            <a:lvl4pPr indent="-228600" lvl="3" marL="1828800" marR="0" rtl="0" algn="l">
              <a:spcBef>
                <a:spcPts val="0"/>
              </a:spcBef>
              <a:spcAft>
                <a:spcPts val="0"/>
              </a:spcAft>
              <a:buSzPts val="2200"/>
              <a:buNone/>
              <a:defRPr b="0" i="0" sz="2900" u="none" cap="none" strike="noStrike">
                <a:latin typeface="Calibri"/>
                <a:ea typeface="Calibri"/>
                <a:cs typeface="Calibri"/>
                <a:sym typeface="Calibri"/>
              </a:defRPr>
            </a:lvl4pPr>
            <a:lvl5pPr indent="-228600" lvl="4" marL="2286000" marR="0" rtl="0" algn="l">
              <a:spcBef>
                <a:spcPts val="0"/>
              </a:spcBef>
              <a:spcAft>
                <a:spcPts val="0"/>
              </a:spcAft>
              <a:buSzPts val="2200"/>
              <a:buNone/>
              <a:defRPr b="0" i="0" sz="2900" u="none" cap="none" strike="noStrike">
                <a:latin typeface="Calibri"/>
                <a:ea typeface="Calibri"/>
                <a:cs typeface="Calibri"/>
                <a:sym typeface="Calibri"/>
              </a:defRPr>
            </a:lvl5pPr>
            <a:lvl6pPr indent="-228600" lvl="5" marL="2743200" marR="0" rtl="0" algn="l">
              <a:spcBef>
                <a:spcPts val="0"/>
              </a:spcBef>
              <a:spcAft>
                <a:spcPts val="0"/>
              </a:spcAft>
              <a:buSzPts val="2200"/>
              <a:buNone/>
              <a:defRPr b="0" i="0" sz="2900" u="none" cap="none" strike="noStrike">
                <a:latin typeface="Calibri"/>
                <a:ea typeface="Calibri"/>
                <a:cs typeface="Calibri"/>
                <a:sym typeface="Calibri"/>
              </a:defRPr>
            </a:lvl6pPr>
            <a:lvl7pPr indent="-228600" lvl="6" marL="3200400" marR="0" rtl="0" algn="l">
              <a:spcBef>
                <a:spcPts val="0"/>
              </a:spcBef>
              <a:spcAft>
                <a:spcPts val="0"/>
              </a:spcAft>
              <a:buSzPts val="2200"/>
              <a:buNone/>
              <a:defRPr b="0" i="0" sz="2900" u="none" cap="none" strike="noStrike">
                <a:latin typeface="Calibri"/>
                <a:ea typeface="Calibri"/>
                <a:cs typeface="Calibri"/>
                <a:sym typeface="Calibri"/>
              </a:defRPr>
            </a:lvl7pPr>
            <a:lvl8pPr indent="-228600" lvl="7" marL="3657600" marR="0" rtl="0" algn="l">
              <a:spcBef>
                <a:spcPts val="0"/>
              </a:spcBef>
              <a:spcAft>
                <a:spcPts val="0"/>
              </a:spcAft>
              <a:buSzPts val="2200"/>
              <a:buNone/>
              <a:defRPr b="0" i="0" sz="2900" u="none" cap="none" strike="noStrike">
                <a:latin typeface="Calibri"/>
                <a:ea typeface="Calibri"/>
                <a:cs typeface="Calibri"/>
                <a:sym typeface="Calibri"/>
              </a:defRPr>
            </a:lvl8pPr>
            <a:lvl9pPr indent="-228600" lvl="8" marL="4114800" marR="0" rtl="0" algn="l">
              <a:spcBef>
                <a:spcPts val="0"/>
              </a:spcBef>
              <a:spcAft>
                <a:spcPts val="0"/>
              </a:spcAft>
              <a:buSzPts val="2200"/>
              <a:buNone/>
              <a:defRPr b="0" i="0" sz="2900" u="none" cap="none" strike="noStrike">
                <a:latin typeface="Calibri"/>
                <a:ea typeface="Calibri"/>
                <a:cs typeface="Calibri"/>
                <a:sym typeface="Calibri"/>
              </a:defRPr>
            </a:lvl9pPr>
          </a:lstStyle>
          <a:p/>
        </p:txBody>
      </p:sp>
      <p:sp>
        <p:nvSpPr>
          <p:cNvPr id="55" name="Google Shape;55;p13"/>
          <p:cNvSpPr txBox="1"/>
          <p:nvPr>
            <p:ph idx="11" type="ftr"/>
          </p:nvPr>
        </p:nvSpPr>
        <p:spPr>
          <a:xfrm>
            <a:off x="151137" y="4967031"/>
            <a:ext cx="4940580" cy="162055"/>
          </a:xfrm>
          <a:prstGeom prst="rect">
            <a:avLst/>
          </a:prstGeom>
          <a:noFill/>
          <a:ln>
            <a:noFill/>
          </a:ln>
        </p:spPr>
        <p:txBody>
          <a:bodyPr anchorCtr="0" anchor="t" bIns="0" lIns="0" spcFirstLastPara="1" rIns="0" wrap="square" tIns="0">
            <a:spAutoFit/>
          </a:bodyPr>
          <a:lstStyle>
            <a:lvl1pPr lvl="0">
              <a:spcBef>
                <a:spcPts val="0"/>
              </a:spcBef>
              <a:spcAft>
                <a:spcPts val="0"/>
              </a:spcAft>
              <a:buSzPts val="2200"/>
              <a:buNone/>
              <a:defRPr b="0" i="0" sz="1000">
                <a:solidFill>
                  <a:srgbClr val="133768"/>
                </a:solidFill>
                <a:latin typeface="Arial"/>
                <a:ea typeface="Arial"/>
                <a:cs typeface="Arial"/>
                <a:sym typeface="Arial"/>
              </a:defRPr>
            </a:lvl1pPr>
            <a:lvl2pPr lvl="1">
              <a:spcBef>
                <a:spcPts val="0"/>
              </a:spcBef>
              <a:spcAft>
                <a:spcPts val="0"/>
              </a:spcAft>
              <a:buSzPts val="2200"/>
              <a:buNone/>
              <a:defRPr sz="2900"/>
            </a:lvl2pPr>
            <a:lvl3pPr lvl="2">
              <a:spcBef>
                <a:spcPts val="0"/>
              </a:spcBef>
              <a:spcAft>
                <a:spcPts val="0"/>
              </a:spcAft>
              <a:buSzPts val="2200"/>
              <a:buNone/>
              <a:defRPr sz="2900"/>
            </a:lvl3pPr>
            <a:lvl4pPr lvl="3">
              <a:spcBef>
                <a:spcPts val="0"/>
              </a:spcBef>
              <a:spcAft>
                <a:spcPts val="0"/>
              </a:spcAft>
              <a:buSzPts val="2200"/>
              <a:buNone/>
              <a:defRPr sz="2900"/>
            </a:lvl4pPr>
            <a:lvl5pPr lvl="4">
              <a:spcBef>
                <a:spcPts val="0"/>
              </a:spcBef>
              <a:spcAft>
                <a:spcPts val="0"/>
              </a:spcAft>
              <a:buSzPts val="2200"/>
              <a:buNone/>
              <a:defRPr sz="2900"/>
            </a:lvl5pPr>
            <a:lvl6pPr lvl="5">
              <a:spcBef>
                <a:spcPts val="0"/>
              </a:spcBef>
              <a:spcAft>
                <a:spcPts val="0"/>
              </a:spcAft>
              <a:buSzPts val="2200"/>
              <a:buNone/>
              <a:defRPr sz="2900"/>
            </a:lvl6pPr>
            <a:lvl7pPr lvl="6">
              <a:spcBef>
                <a:spcPts val="0"/>
              </a:spcBef>
              <a:spcAft>
                <a:spcPts val="0"/>
              </a:spcAft>
              <a:buSzPts val="2200"/>
              <a:buNone/>
              <a:defRPr sz="2900"/>
            </a:lvl7pPr>
            <a:lvl8pPr lvl="7">
              <a:spcBef>
                <a:spcPts val="0"/>
              </a:spcBef>
              <a:spcAft>
                <a:spcPts val="0"/>
              </a:spcAft>
              <a:buSzPts val="2200"/>
              <a:buNone/>
              <a:defRPr sz="2900"/>
            </a:lvl8pPr>
            <a:lvl9pPr lvl="8">
              <a:spcBef>
                <a:spcPts val="0"/>
              </a:spcBef>
              <a:spcAft>
                <a:spcPts val="0"/>
              </a:spcAft>
              <a:buSzPts val="2200"/>
              <a:buNone/>
              <a:defRPr sz="2900"/>
            </a:lvl9pPr>
          </a:lstStyle>
          <a:p/>
        </p:txBody>
      </p:sp>
      <p:sp>
        <p:nvSpPr>
          <p:cNvPr id="56" name="Google Shape;56;p13"/>
          <p:cNvSpPr txBox="1"/>
          <p:nvPr>
            <p:ph idx="10" type="dt"/>
          </p:nvPr>
        </p:nvSpPr>
        <p:spPr>
          <a:xfrm>
            <a:off x="457200" y="4783454"/>
            <a:ext cx="2103120" cy="25717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200"/>
              <a:buNone/>
              <a:defRPr sz="2900">
                <a:solidFill>
                  <a:srgbClr val="888888"/>
                </a:solidFill>
              </a:defRPr>
            </a:lvl1pPr>
            <a:lvl2pPr lvl="1">
              <a:spcBef>
                <a:spcPts val="0"/>
              </a:spcBef>
              <a:spcAft>
                <a:spcPts val="0"/>
              </a:spcAft>
              <a:buSzPts val="2200"/>
              <a:buNone/>
              <a:defRPr sz="2900"/>
            </a:lvl2pPr>
            <a:lvl3pPr lvl="2">
              <a:spcBef>
                <a:spcPts val="0"/>
              </a:spcBef>
              <a:spcAft>
                <a:spcPts val="0"/>
              </a:spcAft>
              <a:buSzPts val="2200"/>
              <a:buNone/>
              <a:defRPr sz="2900"/>
            </a:lvl3pPr>
            <a:lvl4pPr lvl="3">
              <a:spcBef>
                <a:spcPts val="0"/>
              </a:spcBef>
              <a:spcAft>
                <a:spcPts val="0"/>
              </a:spcAft>
              <a:buSzPts val="2200"/>
              <a:buNone/>
              <a:defRPr sz="2900"/>
            </a:lvl4pPr>
            <a:lvl5pPr lvl="4">
              <a:spcBef>
                <a:spcPts val="0"/>
              </a:spcBef>
              <a:spcAft>
                <a:spcPts val="0"/>
              </a:spcAft>
              <a:buSzPts val="2200"/>
              <a:buNone/>
              <a:defRPr sz="2900"/>
            </a:lvl5pPr>
            <a:lvl6pPr lvl="5">
              <a:spcBef>
                <a:spcPts val="0"/>
              </a:spcBef>
              <a:spcAft>
                <a:spcPts val="0"/>
              </a:spcAft>
              <a:buSzPts val="2200"/>
              <a:buNone/>
              <a:defRPr sz="2900"/>
            </a:lvl6pPr>
            <a:lvl7pPr lvl="6">
              <a:spcBef>
                <a:spcPts val="0"/>
              </a:spcBef>
              <a:spcAft>
                <a:spcPts val="0"/>
              </a:spcAft>
              <a:buSzPts val="2200"/>
              <a:buNone/>
              <a:defRPr sz="2900"/>
            </a:lvl7pPr>
            <a:lvl8pPr lvl="7">
              <a:spcBef>
                <a:spcPts val="0"/>
              </a:spcBef>
              <a:spcAft>
                <a:spcPts val="0"/>
              </a:spcAft>
              <a:buSzPts val="2200"/>
              <a:buNone/>
              <a:defRPr sz="2900"/>
            </a:lvl8pPr>
            <a:lvl9pPr lvl="8">
              <a:spcBef>
                <a:spcPts val="0"/>
              </a:spcBef>
              <a:spcAft>
                <a:spcPts val="0"/>
              </a:spcAft>
              <a:buSzPts val="2200"/>
              <a:buNone/>
              <a:defRPr sz="2900"/>
            </a:lvl9pPr>
          </a:lstStyle>
          <a:p/>
        </p:txBody>
      </p:sp>
      <p:sp>
        <p:nvSpPr>
          <p:cNvPr id="57" name="Google Shape;57;p13"/>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lvl1pPr indent="0" lvl="0" marL="25400">
              <a:lnSpc>
                <a:spcPct val="112500"/>
              </a:lnSpc>
              <a:spcBef>
                <a:spcPts val="0"/>
              </a:spcBef>
              <a:buNone/>
              <a:defRPr b="0" i="0" sz="1000">
                <a:solidFill>
                  <a:srgbClr val="0E294E"/>
                </a:solidFill>
                <a:latin typeface="Arial"/>
                <a:ea typeface="Arial"/>
                <a:cs typeface="Arial"/>
                <a:sym typeface="Arial"/>
              </a:defRPr>
            </a:lvl1pPr>
            <a:lvl2pPr indent="0" lvl="1" marL="25400">
              <a:lnSpc>
                <a:spcPct val="112500"/>
              </a:lnSpc>
              <a:spcBef>
                <a:spcPts val="0"/>
              </a:spcBef>
              <a:buNone/>
              <a:defRPr b="0" i="0" sz="1000">
                <a:solidFill>
                  <a:srgbClr val="0E294E"/>
                </a:solidFill>
                <a:latin typeface="Arial"/>
                <a:ea typeface="Arial"/>
                <a:cs typeface="Arial"/>
                <a:sym typeface="Arial"/>
              </a:defRPr>
            </a:lvl2pPr>
            <a:lvl3pPr indent="0" lvl="2" marL="25400">
              <a:lnSpc>
                <a:spcPct val="112500"/>
              </a:lnSpc>
              <a:spcBef>
                <a:spcPts val="0"/>
              </a:spcBef>
              <a:buNone/>
              <a:defRPr b="0" i="0" sz="1000">
                <a:solidFill>
                  <a:srgbClr val="0E294E"/>
                </a:solidFill>
                <a:latin typeface="Arial"/>
                <a:ea typeface="Arial"/>
                <a:cs typeface="Arial"/>
                <a:sym typeface="Arial"/>
              </a:defRPr>
            </a:lvl3pPr>
            <a:lvl4pPr indent="0" lvl="3" marL="25400">
              <a:lnSpc>
                <a:spcPct val="112500"/>
              </a:lnSpc>
              <a:spcBef>
                <a:spcPts val="0"/>
              </a:spcBef>
              <a:buNone/>
              <a:defRPr b="0" i="0" sz="1000">
                <a:solidFill>
                  <a:srgbClr val="0E294E"/>
                </a:solidFill>
                <a:latin typeface="Arial"/>
                <a:ea typeface="Arial"/>
                <a:cs typeface="Arial"/>
                <a:sym typeface="Arial"/>
              </a:defRPr>
            </a:lvl4pPr>
            <a:lvl5pPr indent="0" lvl="4" marL="25400">
              <a:lnSpc>
                <a:spcPct val="112500"/>
              </a:lnSpc>
              <a:spcBef>
                <a:spcPts val="0"/>
              </a:spcBef>
              <a:buNone/>
              <a:defRPr b="0" i="0" sz="1000">
                <a:solidFill>
                  <a:srgbClr val="0E294E"/>
                </a:solidFill>
                <a:latin typeface="Arial"/>
                <a:ea typeface="Arial"/>
                <a:cs typeface="Arial"/>
                <a:sym typeface="Arial"/>
              </a:defRPr>
            </a:lvl5pPr>
            <a:lvl6pPr indent="0" lvl="5" marL="25400">
              <a:lnSpc>
                <a:spcPct val="112500"/>
              </a:lnSpc>
              <a:spcBef>
                <a:spcPts val="0"/>
              </a:spcBef>
              <a:buNone/>
              <a:defRPr b="0" i="0" sz="1000">
                <a:solidFill>
                  <a:srgbClr val="0E294E"/>
                </a:solidFill>
                <a:latin typeface="Arial"/>
                <a:ea typeface="Arial"/>
                <a:cs typeface="Arial"/>
                <a:sym typeface="Arial"/>
              </a:defRPr>
            </a:lvl6pPr>
            <a:lvl7pPr indent="0" lvl="6" marL="25400">
              <a:lnSpc>
                <a:spcPct val="112500"/>
              </a:lnSpc>
              <a:spcBef>
                <a:spcPts val="0"/>
              </a:spcBef>
              <a:buNone/>
              <a:defRPr b="0" i="0" sz="1000">
                <a:solidFill>
                  <a:srgbClr val="0E294E"/>
                </a:solidFill>
                <a:latin typeface="Arial"/>
                <a:ea typeface="Arial"/>
                <a:cs typeface="Arial"/>
                <a:sym typeface="Arial"/>
              </a:defRPr>
            </a:lvl7pPr>
            <a:lvl8pPr indent="0" lvl="7" marL="25400">
              <a:lnSpc>
                <a:spcPct val="112500"/>
              </a:lnSpc>
              <a:spcBef>
                <a:spcPts val="0"/>
              </a:spcBef>
              <a:buNone/>
              <a:defRPr b="0" i="0" sz="1000">
                <a:solidFill>
                  <a:srgbClr val="0E294E"/>
                </a:solidFill>
                <a:latin typeface="Arial"/>
                <a:ea typeface="Arial"/>
                <a:cs typeface="Arial"/>
                <a:sym typeface="Arial"/>
              </a:defRPr>
            </a:lvl8pPr>
            <a:lvl9pPr indent="0" lvl="8" marL="25400">
              <a:lnSpc>
                <a:spcPct val="112500"/>
              </a:lnSpc>
              <a:spcBef>
                <a:spcPts val="0"/>
              </a:spcBef>
              <a:buNone/>
              <a:defRPr b="0" i="0" sz="1000">
                <a:solidFill>
                  <a:srgbClr val="0E294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GB"/>
              <a:t>‹#›</a:t>
            </a:fld>
            <a:r>
              <a:rPr lang="en-GB"/>
              <a:t>/10</a:t>
            </a:r>
            <a:endParaRPr sz="22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19"/>
          <p:cNvSpPr/>
          <p:nvPr/>
        </p:nvSpPr>
        <p:spPr>
          <a:xfrm>
            <a:off x="-16" y="-30"/>
            <a:ext cx="9134937" cy="0"/>
          </a:xfrm>
          <a:custGeom>
            <a:rect b="b" l="l" r="r" t="t"/>
            <a:pathLst>
              <a:path extrusionOk="0" h="120000" w="5760085">
                <a:moveTo>
                  <a:pt x="0" y="0"/>
                </a:moveTo>
                <a:lnTo>
                  <a:pt x="5760073" y="0"/>
                </a:lnTo>
              </a:path>
            </a:pathLst>
          </a:custGeom>
          <a:noFill/>
          <a:ln cap="flat" cmpd="sng" w="37950">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descr="$PPTXTitle" id="91" name="Google Shape;91;p19"/>
          <p:cNvSpPr txBox="1"/>
          <p:nvPr>
            <p:ph type="title"/>
          </p:nvPr>
        </p:nvSpPr>
        <p:spPr>
          <a:xfrm>
            <a:off x="1018749" y="1299319"/>
            <a:ext cx="7096800" cy="639300"/>
          </a:xfrm>
          <a:prstGeom prst="rect">
            <a:avLst/>
          </a:prstGeom>
          <a:noFill/>
          <a:ln>
            <a:noFill/>
          </a:ln>
        </p:spPr>
        <p:txBody>
          <a:bodyPr anchorCtr="0" anchor="t" bIns="0" lIns="0" spcFirstLastPara="1" rIns="0" wrap="square" tIns="25175">
            <a:spAutoFit/>
          </a:bodyPr>
          <a:lstStyle/>
          <a:p>
            <a:pPr indent="0" lvl="0" marL="25400" rtl="0" algn="l">
              <a:lnSpc>
                <a:spcPct val="100000"/>
              </a:lnSpc>
              <a:spcBef>
                <a:spcPts val="0"/>
              </a:spcBef>
              <a:spcAft>
                <a:spcPts val="0"/>
              </a:spcAft>
              <a:buNone/>
            </a:pPr>
            <a:r>
              <a:rPr lang="en-GB" sz="3900"/>
              <a:t>PROJECT-BASED LEARNING</a:t>
            </a:r>
            <a:endParaRPr sz="3900"/>
          </a:p>
        </p:txBody>
      </p:sp>
      <p:sp>
        <p:nvSpPr>
          <p:cNvPr id="92" name="Google Shape;92;p19"/>
          <p:cNvSpPr txBox="1"/>
          <p:nvPr/>
        </p:nvSpPr>
        <p:spPr>
          <a:xfrm>
            <a:off x="807098" y="1895700"/>
            <a:ext cx="7879500" cy="1527600"/>
          </a:xfrm>
          <a:prstGeom prst="rect">
            <a:avLst/>
          </a:prstGeom>
          <a:noFill/>
          <a:ln>
            <a:noFill/>
          </a:ln>
        </p:spPr>
        <p:txBody>
          <a:bodyPr anchorCtr="0" anchor="t" bIns="0" lIns="0" spcFirstLastPara="1" rIns="0" wrap="square" tIns="24150">
            <a:spAutoFit/>
          </a:bodyPr>
          <a:lstStyle/>
          <a:p>
            <a:pPr indent="0" lvl="0" marL="0" rtl="0" algn="ctr">
              <a:lnSpc>
                <a:spcPct val="100000"/>
              </a:lnSpc>
              <a:spcBef>
                <a:spcPts val="0"/>
              </a:spcBef>
              <a:spcAft>
                <a:spcPts val="0"/>
              </a:spcAft>
              <a:buNone/>
            </a:pPr>
            <a:r>
              <a:rPr lang="en-GB" sz="2700">
                <a:latin typeface="Trebuchet MS"/>
                <a:ea typeface="Trebuchet MS"/>
                <a:cs typeface="Trebuchet MS"/>
                <a:sym typeface="Trebuchet MS"/>
              </a:rPr>
              <a:t>PHASE-I EVALUATION</a:t>
            </a:r>
            <a:endParaRPr sz="2700">
              <a:latin typeface="Trebuchet MS"/>
              <a:ea typeface="Trebuchet MS"/>
              <a:cs typeface="Trebuchet MS"/>
              <a:sym typeface="Trebuchet MS"/>
            </a:endParaRPr>
          </a:p>
          <a:p>
            <a:pPr indent="0" lvl="0" marL="0" rtl="0" algn="ctr">
              <a:lnSpc>
                <a:spcPct val="100000"/>
              </a:lnSpc>
              <a:spcBef>
                <a:spcPts val="2500"/>
              </a:spcBef>
              <a:spcAft>
                <a:spcPts val="0"/>
              </a:spcAft>
              <a:buNone/>
            </a:pPr>
            <a:r>
              <a:rPr b="1" lang="en-GB" sz="2200">
                <a:solidFill>
                  <a:srgbClr val="595959"/>
                </a:solidFill>
                <a:latin typeface="Tahoma"/>
                <a:ea typeface="Tahoma"/>
                <a:cs typeface="Tahoma"/>
                <a:sym typeface="Tahoma"/>
              </a:rPr>
              <a:t>Orbital Collision Avoidance System</a:t>
            </a:r>
            <a:endParaRPr sz="2200">
              <a:latin typeface="Tahoma"/>
              <a:ea typeface="Tahoma"/>
              <a:cs typeface="Tahoma"/>
              <a:sym typeface="Tahoma"/>
            </a:endParaRPr>
          </a:p>
          <a:p>
            <a:pPr indent="0" lvl="0" marL="0" rtl="0" algn="ctr">
              <a:lnSpc>
                <a:spcPct val="100000"/>
              </a:lnSpc>
              <a:spcBef>
                <a:spcPts val="1300"/>
              </a:spcBef>
              <a:spcAft>
                <a:spcPts val="0"/>
              </a:spcAft>
              <a:buNone/>
            </a:pPr>
            <a:r>
              <a:rPr lang="en-GB" sz="1700">
                <a:solidFill>
                  <a:srgbClr val="133768"/>
                </a:solidFill>
                <a:latin typeface="Tahoma"/>
                <a:ea typeface="Tahoma"/>
                <a:cs typeface="Tahoma"/>
                <a:sym typeface="Tahoma"/>
              </a:rPr>
              <a:t>Team ID: DSCPP-III-2026-T018</a:t>
            </a:r>
            <a:endParaRPr sz="1700">
              <a:latin typeface="Tahoma"/>
              <a:ea typeface="Tahoma"/>
              <a:cs typeface="Tahoma"/>
              <a:sym typeface="Tahoma"/>
            </a:endParaRPr>
          </a:p>
        </p:txBody>
      </p:sp>
      <p:sp>
        <p:nvSpPr>
          <p:cNvPr id="93" name="Google Shape;93;p19"/>
          <p:cNvSpPr txBox="1"/>
          <p:nvPr/>
        </p:nvSpPr>
        <p:spPr>
          <a:xfrm>
            <a:off x="2095386" y="4090741"/>
            <a:ext cx="4943601" cy="781086"/>
          </a:xfrm>
          <a:prstGeom prst="rect">
            <a:avLst/>
          </a:prstGeom>
          <a:noFill/>
          <a:ln>
            <a:noFill/>
          </a:ln>
        </p:spPr>
        <p:txBody>
          <a:bodyPr anchorCtr="0" anchor="t" bIns="0" lIns="0" spcFirstLastPara="1" rIns="0" wrap="square" tIns="18125">
            <a:spAutoFit/>
          </a:bodyPr>
          <a:lstStyle/>
          <a:p>
            <a:pPr indent="0" lvl="0" marL="0" rtl="0" algn="ctr">
              <a:lnSpc>
                <a:spcPct val="100000"/>
              </a:lnSpc>
              <a:spcBef>
                <a:spcPts val="0"/>
              </a:spcBef>
              <a:spcAft>
                <a:spcPts val="0"/>
              </a:spcAft>
              <a:buNone/>
            </a:pPr>
            <a:r>
              <a:rPr b="1" lang="en-GB" sz="1700">
                <a:latin typeface="Tahoma"/>
                <a:ea typeface="Tahoma"/>
                <a:cs typeface="Tahoma"/>
                <a:sym typeface="Tahoma"/>
              </a:rPr>
              <a:t>Department of Computer Science &amp; Engineering</a:t>
            </a:r>
            <a:endParaRPr sz="1700">
              <a:latin typeface="Tahoma"/>
              <a:ea typeface="Tahoma"/>
              <a:cs typeface="Tahoma"/>
              <a:sym typeface="Tahoma"/>
            </a:endParaRPr>
          </a:p>
          <a:p>
            <a:pPr indent="0" lvl="0" marL="0" rtl="0" algn="ctr">
              <a:lnSpc>
                <a:spcPct val="100000"/>
              </a:lnSpc>
              <a:spcBef>
                <a:spcPts val="100"/>
              </a:spcBef>
              <a:spcAft>
                <a:spcPts val="0"/>
              </a:spcAft>
              <a:buNone/>
            </a:pPr>
            <a:r>
              <a:rPr lang="en-GB" sz="1700">
                <a:latin typeface="Tahoma"/>
                <a:ea typeface="Tahoma"/>
                <a:cs typeface="Tahoma"/>
                <a:sym typeface="Tahoma"/>
              </a:rPr>
              <a:t>Graphic Era (Deemed to be University), Dehradun</a:t>
            </a:r>
            <a:endParaRPr sz="1700">
              <a:latin typeface="Tahoma"/>
              <a:ea typeface="Tahoma"/>
              <a:cs typeface="Tahoma"/>
              <a:sym typeface="Tahoma"/>
            </a:endParaRPr>
          </a:p>
          <a:p>
            <a:pPr indent="0" lvl="0" marL="0" rtl="0" algn="ctr">
              <a:lnSpc>
                <a:spcPct val="100000"/>
              </a:lnSpc>
              <a:spcBef>
                <a:spcPts val="100"/>
              </a:spcBef>
              <a:spcAft>
                <a:spcPts val="0"/>
              </a:spcAft>
              <a:buNone/>
            </a:pPr>
            <a:r>
              <a:rPr lang="en-GB" sz="1300">
                <a:latin typeface="Arial"/>
                <a:ea typeface="Arial"/>
                <a:cs typeface="Arial"/>
                <a:sym typeface="Arial"/>
              </a:rPr>
              <a:t>Academic Session 2026–27</a:t>
            </a:r>
            <a:endParaRPr sz="1300">
              <a:latin typeface="Arial"/>
              <a:ea typeface="Arial"/>
              <a:cs typeface="Arial"/>
              <a:sym typeface="Arial"/>
            </a:endParaRPr>
          </a:p>
        </p:txBody>
      </p:sp>
      <p:pic>
        <p:nvPicPr>
          <p:cNvPr id="94" name="Google Shape;94;p19" title="graphicera_logo.png"/>
          <p:cNvPicPr preferRelativeResize="0"/>
          <p:nvPr/>
        </p:nvPicPr>
        <p:blipFill>
          <a:blip r:embed="rId3">
            <a:alphaModFix/>
          </a:blip>
          <a:stretch>
            <a:fillRect/>
          </a:stretch>
        </p:blipFill>
        <p:spPr>
          <a:xfrm>
            <a:off x="8281050" y="116600"/>
            <a:ext cx="766100" cy="766100"/>
          </a:xfrm>
          <a:prstGeom prst="rect">
            <a:avLst/>
          </a:prstGeom>
          <a:noFill/>
          <a:ln>
            <a:noFill/>
          </a:ln>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descr="$PPTXTitle" id="99" name="Google Shape;99;p20"/>
          <p:cNvSpPr txBox="1"/>
          <p:nvPr>
            <p:ph type="title"/>
          </p:nvPr>
        </p:nvSpPr>
        <p:spPr>
          <a:xfrm>
            <a:off x="550775" y="480042"/>
            <a:ext cx="6004023" cy="387524"/>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Team &amp; Mentor Details</a:t>
            </a:r>
            <a:endParaRPr/>
          </a:p>
        </p:txBody>
      </p:sp>
      <p:sp>
        <p:nvSpPr>
          <p:cNvPr id="100" name="Google Shape;100;p20"/>
          <p:cNvSpPr/>
          <p:nvPr/>
        </p:nvSpPr>
        <p:spPr>
          <a:xfrm>
            <a:off x="570916" y="1075544"/>
            <a:ext cx="7992944"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01" name="Google Shape;101;p20"/>
          <p:cNvSpPr/>
          <p:nvPr/>
        </p:nvSpPr>
        <p:spPr>
          <a:xfrm>
            <a:off x="490350" y="1964554"/>
            <a:ext cx="3997982" cy="297941"/>
          </a:xfrm>
          <a:custGeom>
            <a:rect b="b" l="l" r="r" t="t"/>
            <a:pathLst>
              <a:path extrusionOk="0" h="187959" w="2520950">
                <a:moveTo>
                  <a:pt x="2470010" y="0"/>
                </a:moveTo>
                <a:lnTo>
                  <a:pt x="50800" y="0"/>
                </a:lnTo>
                <a:lnTo>
                  <a:pt x="31075" y="4008"/>
                </a:lnTo>
                <a:lnTo>
                  <a:pt x="14922" y="14922"/>
                </a:lnTo>
                <a:lnTo>
                  <a:pt x="4008" y="31075"/>
                </a:lnTo>
                <a:lnTo>
                  <a:pt x="0" y="50800"/>
                </a:lnTo>
                <a:lnTo>
                  <a:pt x="0" y="187823"/>
                </a:lnTo>
                <a:lnTo>
                  <a:pt x="2520810" y="187823"/>
                </a:lnTo>
                <a:lnTo>
                  <a:pt x="2520810" y="50800"/>
                </a:lnTo>
                <a:lnTo>
                  <a:pt x="2516802" y="31075"/>
                </a:lnTo>
                <a:lnTo>
                  <a:pt x="2505888" y="14922"/>
                </a:lnTo>
                <a:lnTo>
                  <a:pt x="2489735" y="4008"/>
                </a:lnTo>
                <a:lnTo>
                  <a:pt x="24700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02" name="Google Shape;102;p20"/>
          <p:cNvSpPr txBox="1"/>
          <p:nvPr/>
        </p:nvSpPr>
        <p:spPr>
          <a:xfrm>
            <a:off x="550775" y="1931273"/>
            <a:ext cx="1791539" cy="329144"/>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900">
                <a:solidFill>
                  <a:srgbClr val="133768"/>
                </a:solidFill>
                <a:latin typeface="Arial"/>
                <a:ea typeface="Arial"/>
                <a:cs typeface="Arial"/>
                <a:sym typeface="Arial"/>
              </a:rPr>
              <a:t>Team Information</a:t>
            </a:r>
            <a:endParaRPr sz="1900">
              <a:latin typeface="Arial"/>
              <a:ea typeface="Arial"/>
              <a:cs typeface="Arial"/>
              <a:sym typeface="Arial"/>
            </a:endParaRPr>
          </a:p>
        </p:txBody>
      </p:sp>
      <p:grpSp>
        <p:nvGrpSpPr>
          <p:cNvPr id="103" name="Google Shape;103;p20"/>
          <p:cNvGrpSpPr/>
          <p:nvPr/>
        </p:nvGrpSpPr>
        <p:grpSpPr>
          <a:xfrm>
            <a:off x="490350" y="2242223"/>
            <a:ext cx="3997982" cy="1272003"/>
            <a:chOff x="309193" y="1414538"/>
            <a:chExt cx="2520950" cy="802461"/>
          </a:xfrm>
        </p:grpSpPr>
        <p:pic>
          <p:nvPicPr>
            <p:cNvPr id="104" name="Google Shape;104;p20"/>
            <p:cNvPicPr preferRelativeResize="0"/>
            <p:nvPr/>
          </p:nvPicPr>
          <p:blipFill rotWithShape="1">
            <a:blip r:embed="rId3">
              <a:alphaModFix/>
            </a:blip>
            <a:srcRect b="0" l="0" r="0" t="0"/>
            <a:stretch/>
          </p:blipFill>
          <p:spPr>
            <a:xfrm>
              <a:off x="309193" y="1414538"/>
              <a:ext cx="2520810" cy="50609"/>
            </a:xfrm>
            <a:prstGeom prst="rect">
              <a:avLst/>
            </a:prstGeom>
            <a:noFill/>
            <a:ln>
              <a:noFill/>
            </a:ln>
          </p:spPr>
        </p:pic>
        <p:sp>
          <p:nvSpPr>
            <p:cNvPr id="105" name="Google Shape;105;p20"/>
            <p:cNvSpPr/>
            <p:nvPr/>
          </p:nvSpPr>
          <p:spPr>
            <a:xfrm>
              <a:off x="309193" y="1458809"/>
              <a:ext cx="2520950" cy="758190"/>
            </a:xfrm>
            <a:custGeom>
              <a:rect b="b" l="l" r="r" t="t"/>
              <a:pathLst>
                <a:path extrusionOk="0" h="758189" w="2520950">
                  <a:moveTo>
                    <a:pt x="2520810" y="0"/>
                  </a:moveTo>
                  <a:lnTo>
                    <a:pt x="0" y="0"/>
                  </a:lnTo>
                  <a:lnTo>
                    <a:pt x="0" y="707238"/>
                  </a:lnTo>
                  <a:lnTo>
                    <a:pt x="4008" y="726963"/>
                  </a:lnTo>
                  <a:lnTo>
                    <a:pt x="14922" y="743116"/>
                  </a:lnTo>
                  <a:lnTo>
                    <a:pt x="31075" y="754030"/>
                  </a:lnTo>
                  <a:lnTo>
                    <a:pt x="50800" y="758039"/>
                  </a:lnTo>
                  <a:lnTo>
                    <a:pt x="2470010" y="758039"/>
                  </a:lnTo>
                  <a:lnTo>
                    <a:pt x="2489735" y="754030"/>
                  </a:lnTo>
                  <a:lnTo>
                    <a:pt x="2505888" y="743116"/>
                  </a:lnTo>
                  <a:lnTo>
                    <a:pt x="2516802" y="726963"/>
                  </a:lnTo>
                  <a:lnTo>
                    <a:pt x="2520810" y="707238"/>
                  </a:lnTo>
                  <a:lnTo>
                    <a:pt x="25208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id="106" name="Google Shape;106;p20"/>
          <p:cNvSpPr txBox="1"/>
          <p:nvPr/>
        </p:nvSpPr>
        <p:spPr>
          <a:xfrm>
            <a:off x="550775" y="2303700"/>
            <a:ext cx="1432800" cy="1078200"/>
          </a:xfrm>
          <a:prstGeom prst="rect">
            <a:avLst/>
          </a:prstGeom>
          <a:noFill/>
          <a:ln>
            <a:noFill/>
          </a:ln>
        </p:spPr>
        <p:txBody>
          <a:bodyPr anchorCtr="0" anchor="t" bIns="0" lIns="0" spcFirstLastPara="1" rIns="0" wrap="square" tIns="11050">
            <a:spAutoFit/>
          </a:bodyPr>
          <a:lstStyle/>
          <a:p>
            <a:pPr indent="0" lvl="0" marL="25400" marR="12700" rtl="0" algn="l">
              <a:lnSpc>
                <a:spcPct val="102600"/>
              </a:lnSpc>
              <a:spcBef>
                <a:spcPts val="0"/>
              </a:spcBef>
              <a:spcAft>
                <a:spcPts val="0"/>
              </a:spcAft>
              <a:buNone/>
            </a:pPr>
            <a:r>
              <a:rPr b="1" lang="en-GB" sz="1700">
                <a:latin typeface="Tahoma"/>
                <a:ea typeface="Tahoma"/>
                <a:cs typeface="Tahoma"/>
                <a:sym typeface="Tahoma"/>
              </a:rPr>
              <a:t>Team ID: Semester: Section: Domain:</a:t>
            </a:r>
            <a:endParaRPr sz="1700">
              <a:latin typeface="Tahoma"/>
              <a:ea typeface="Tahoma"/>
              <a:cs typeface="Tahoma"/>
              <a:sym typeface="Tahoma"/>
            </a:endParaRPr>
          </a:p>
        </p:txBody>
      </p:sp>
      <p:sp>
        <p:nvSpPr>
          <p:cNvPr id="107" name="Google Shape;107;p20"/>
          <p:cNvSpPr txBox="1"/>
          <p:nvPr/>
        </p:nvSpPr>
        <p:spPr>
          <a:xfrm>
            <a:off x="1783857" y="2303700"/>
            <a:ext cx="2379300" cy="1078500"/>
          </a:xfrm>
          <a:prstGeom prst="rect">
            <a:avLst/>
          </a:prstGeom>
          <a:noFill/>
          <a:ln>
            <a:noFill/>
          </a:ln>
        </p:spPr>
        <p:txBody>
          <a:bodyPr anchorCtr="0" anchor="t" bIns="0" lIns="0" spcFirstLastPara="1" rIns="0" wrap="square" tIns="18125">
            <a:spAutoFit/>
          </a:bodyPr>
          <a:lstStyle/>
          <a:p>
            <a:pPr indent="0" lvl="0" marL="25400" rtl="0" algn="l">
              <a:lnSpc>
                <a:spcPct val="100000"/>
              </a:lnSpc>
              <a:spcBef>
                <a:spcPts val="0"/>
              </a:spcBef>
              <a:spcAft>
                <a:spcPts val="0"/>
              </a:spcAft>
              <a:buNone/>
            </a:pPr>
            <a:r>
              <a:rPr lang="en-GB" sz="1700">
                <a:latin typeface="Tahoma"/>
                <a:ea typeface="Tahoma"/>
                <a:cs typeface="Tahoma"/>
                <a:sym typeface="Tahoma"/>
              </a:rPr>
              <a:t>DSCPP-III-2026-T018</a:t>
            </a:r>
            <a:endParaRPr sz="1700">
              <a:latin typeface="Tahoma"/>
              <a:ea typeface="Tahoma"/>
              <a:cs typeface="Tahoma"/>
              <a:sym typeface="Tahoma"/>
            </a:endParaRPr>
          </a:p>
          <a:p>
            <a:pPr indent="0" lvl="0" marL="25400" marR="12700" rtl="0" algn="l">
              <a:lnSpc>
                <a:spcPct val="102600"/>
              </a:lnSpc>
              <a:spcBef>
                <a:spcPts val="0"/>
              </a:spcBef>
              <a:spcAft>
                <a:spcPts val="0"/>
              </a:spcAft>
              <a:buNone/>
            </a:pPr>
            <a:r>
              <a:rPr lang="en-GB" sz="1700">
                <a:latin typeface="Tahoma"/>
                <a:ea typeface="Tahoma"/>
                <a:cs typeface="Tahoma"/>
                <a:sym typeface="Tahoma"/>
              </a:rPr>
              <a:t>3rd</a:t>
            </a:r>
            <a:endParaRPr sz="1700">
              <a:latin typeface="Tahoma"/>
              <a:ea typeface="Tahoma"/>
              <a:cs typeface="Tahoma"/>
              <a:sym typeface="Tahoma"/>
            </a:endParaRPr>
          </a:p>
          <a:p>
            <a:pPr indent="0" lvl="0" marL="25400" marR="12700" rtl="0" algn="l">
              <a:lnSpc>
                <a:spcPct val="102600"/>
              </a:lnSpc>
              <a:spcBef>
                <a:spcPts val="0"/>
              </a:spcBef>
              <a:spcAft>
                <a:spcPts val="0"/>
              </a:spcAft>
              <a:buNone/>
            </a:pPr>
            <a:r>
              <a:rPr lang="en-GB" sz="1700">
                <a:latin typeface="Tahoma"/>
                <a:ea typeface="Tahoma"/>
                <a:cs typeface="Tahoma"/>
                <a:sym typeface="Tahoma"/>
              </a:rPr>
              <a:t>ML1,ML2,DS1,F</a:t>
            </a:r>
            <a:endParaRPr sz="1700">
              <a:latin typeface="Tahoma"/>
              <a:ea typeface="Tahoma"/>
              <a:cs typeface="Tahoma"/>
              <a:sym typeface="Tahoma"/>
            </a:endParaRPr>
          </a:p>
          <a:p>
            <a:pPr indent="0" lvl="0" marL="25400" marR="12700" rtl="0" algn="l">
              <a:lnSpc>
                <a:spcPct val="102600"/>
              </a:lnSpc>
              <a:spcBef>
                <a:spcPts val="0"/>
              </a:spcBef>
              <a:spcAft>
                <a:spcPts val="0"/>
              </a:spcAft>
              <a:buNone/>
            </a:pPr>
            <a:r>
              <a:rPr lang="en-GB" sz="1700">
                <a:latin typeface="Tahoma"/>
                <a:ea typeface="Tahoma"/>
                <a:cs typeface="Tahoma"/>
                <a:sym typeface="Tahoma"/>
              </a:rPr>
              <a:t>Data Structures &amp; OOPs</a:t>
            </a:r>
            <a:endParaRPr sz="1700">
              <a:latin typeface="Tahoma"/>
              <a:ea typeface="Tahoma"/>
              <a:cs typeface="Tahoma"/>
              <a:sym typeface="Tahoma"/>
            </a:endParaRPr>
          </a:p>
        </p:txBody>
      </p:sp>
      <p:sp>
        <p:nvSpPr>
          <p:cNvPr id="108" name="Google Shape;108;p20"/>
          <p:cNvSpPr/>
          <p:nvPr/>
        </p:nvSpPr>
        <p:spPr>
          <a:xfrm>
            <a:off x="4646721" y="1964554"/>
            <a:ext cx="3997982" cy="297941"/>
          </a:xfrm>
          <a:custGeom>
            <a:rect b="b" l="l" r="r" t="t"/>
            <a:pathLst>
              <a:path extrusionOk="0" h="187959" w="2520950">
                <a:moveTo>
                  <a:pt x="2470010" y="0"/>
                </a:moveTo>
                <a:lnTo>
                  <a:pt x="50800" y="0"/>
                </a:lnTo>
                <a:lnTo>
                  <a:pt x="31075" y="4008"/>
                </a:lnTo>
                <a:lnTo>
                  <a:pt x="14922" y="14922"/>
                </a:lnTo>
                <a:lnTo>
                  <a:pt x="4008" y="31075"/>
                </a:lnTo>
                <a:lnTo>
                  <a:pt x="0" y="50800"/>
                </a:lnTo>
                <a:lnTo>
                  <a:pt x="0" y="187823"/>
                </a:lnTo>
                <a:lnTo>
                  <a:pt x="2520810" y="187823"/>
                </a:lnTo>
                <a:lnTo>
                  <a:pt x="2520810" y="50800"/>
                </a:lnTo>
                <a:lnTo>
                  <a:pt x="2516802" y="31075"/>
                </a:lnTo>
                <a:lnTo>
                  <a:pt x="2505888" y="14922"/>
                </a:lnTo>
                <a:lnTo>
                  <a:pt x="2489735" y="4008"/>
                </a:lnTo>
                <a:lnTo>
                  <a:pt x="24700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09" name="Google Shape;109;p20"/>
          <p:cNvSpPr txBox="1"/>
          <p:nvPr/>
        </p:nvSpPr>
        <p:spPr>
          <a:xfrm>
            <a:off x="4707146" y="1931273"/>
            <a:ext cx="1562938" cy="329144"/>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900">
                <a:solidFill>
                  <a:srgbClr val="133768"/>
                </a:solidFill>
                <a:latin typeface="Arial"/>
                <a:ea typeface="Arial"/>
                <a:cs typeface="Arial"/>
                <a:sym typeface="Arial"/>
              </a:rPr>
              <a:t>Team Members</a:t>
            </a:r>
            <a:endParaRPr sz="1900">
              <a:latin typeface="Arial"/>
              <a:ea typeface="Arial"/>
              <a:cs typeface="Arial"/>
              <a:sym typeface="Arial"/>
            </a:endParaRPr>
          </a:p>
        </p:txBody>
      </p:sp>
      <p:grpSp>
        <p:nvGrpSpPr>
          <p:cNvPr id="110" name="Google Shape;110;p20"/>
          <p:cNvGrpSpPr/>
          <p:nvPr/>
        </p:nvGrpSpPr>
        <p:grpSpPr>
          <a:xfrm>
            <a:off x="4646725" y="2242192"/>
            <a:ext cx="3997975" cy="1271983"/>
            <a:chOff x="2930016" y="1414538"/>
            <a:chExt cx="2520950" cy="726889"/>
          </a:xfrm>
        </p:grpSpPr>
        <p:pic>
          <p:nvPicPr>
            <p:cNvPr id="111" name="Google Shape;111;p20"/>
            <p:cNvPicPr preferRelativeResize="0"/>
            <p:nvPr/>
          </p:nvPicPr>
          <p:blipFill rotWithShape="1">
            <a:blip r:embed="rId4">
              <a:alphaModFix/>
            </a:blip>
            <a:srcRect b="0" l="0" r="0" t="0"/>
            <a:stretch/>
          </p:blipFill>
          <p:spPr>
            <a:xfrm>
              <a:off x="2930016" y="1414538"/>
              <a:ext cx="2520810" cy="50609"/>
            </a:xfrm>
            <a:prstGeom prst="rect">
              <a:avLst/>
            </a:prstGeom>
            <a:noFill/>
            <a:ln>
              <a:noFill/>
            </a:ln>
          </p:spPr>
        </p:pic>
        <p:sp>
          <p:nvSpPr>
            <p:cNvPr id="112" name="Google Shape;112;p20"/>
            <p:cNvSpPr/>
            <p:nvPr/>
          </p:nvSpPr>
          <p:spPr>
            <a:xfrm>
              <a:off x="2930016" y="1458802"/>
              <a:ext cx="2520950" cy="682625"/>
            </a:xfrm>
            <a:custGeom>
              <a:rect b="b" l="l" r="r" t="t"/>
              <a:pathLst>
                <a:path extrusionOk="0" h="682625" w="2520950">
                  <a:moveTo>
                    <a:pt x="2520810" y="0"/>
                  </a:moveTo>
                  <a:lnTo>
                    <a:pt x="0" y="0"/>
                  </a:lnTo>
                  <a:lnTo>
                    <a:pt x="0" y="631376"/>
                  </a:lnTo>
                  <a:lnTo>
                    <a:pt x="4008" y="651100"/>
                  </a:lnTo>
                  <a:lnTo>
                    <a:pt x="14922" y="667253"/>
                  </a:lnTo>
                  <a:lnTo>
                    <a:pt x="31075" y="678167"/>
                  </a:lnTo>
                  <a:lnTo>
                    <a:pt x="50800" y="682176"/>
                  </a:lnTo>
                  <a:lnTo>
                    <a:pt x="2470010" y="682176"/>
                  </a:lnTo>
                  <a:lnTo>
                    <a:pt x="2489735" y="678167"/>
                  </a:lnTo>
                  <a:lnTo>
                    <a:pt x="2505888" y="667253"/>
                  </a:lnTo>
                  <a:lnTo>
                    <a:pt x="2516802" y="651100"/>
                  </a:lnTo>
                  <a:lnTo>
                    <a:pt x="2520810" y="631376"/>
                  </a:lnTo>
                  <a:lnTo>
                    <a:pt x="25208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id="113" name="Google Shape;113;p20"/>
          <p:cNvSpPr txBox="1"/>
          <p:nvPr/>
        </p:nvSpPr>
        <p:spPr>
          <a:xfrm>
            <a:off x="4761875" y="2266625"/>
            <a:ext cx="3442200" cy="1103400"/>
          </a:xfrm>
          <a:prstGeom prst="rect">
            <a:avLst/>
          </a:prstGeom>
          <a:noFill/>
          <a:ln>
            <a:noFill/>
          </a:ln>
        </p:spPr>
        <p:txBody>
          <a:bodyPr anchorCtr="0" anchor="t" bIns="0" lIns="0" spcFirstLastPara="1" rIns="0" wrap="square" tIns="18125">
            <a:spAutoFit/>
          </a:bodyPr>
          <a:lstStyle/>
          <a:p>
            <a:pPr indent="-387350" lvl="0" marL="406400" rtl="0" algn="l">
              <a:lnSpc>
                <a:spcPct val="100000"/>
              </a:lnSpc>
              <a:spcBef>
                <a:spcPts val="0"/>
              </a:spcBef>
              <a:spcAft>
                <a:spcPts val="0"/>
              </a:spcAft>
              <a:buClr>
                <a:srgbClr val="000000"/>
              </a:buClr>
              <a:buSzPts val="1700"/>
              <a:buFont typeface="Tahoma"/>
              <a:buAutoNum type="arabicPeriod"/>
            </a:pPr>
            <a:r>
              <a:rPr i="1" lang="en-GB" sz="1700">
                <a:solidFill>
                  <a:srgbClr val="595959"/>
                </a:solidFill>
              </a:rPr>
              <a:t>Adamya Rawat</a:t>
            </a:r>
            <a:r>
              <a:rPr i="1" lang="en-GB" sz="1700">
                <a:solidFill>
                  <a:srgbClr val="595959"/>
                </a:solidFill>
                <a:latin typeface="Arial"/>
                <a:ea typeface="Arial"/>
                <a:cs typeface="Arial"/>
                <a:sym typeface="Arial"/>
              </a:rPr>
              <a:t> – </a:t>
            </a:r>
            <a:r>
              <a:rPr i="1" lang="en-GB" sz="1700">
                <a:solidFill>
                  <a:srgbClr val="595959"/>
                </a:solidFill>
              </a:rPr>
              <a:t>2510011013</a:t>
            </a:r>
            <a:endParaRPr sz="1700">
              <a:latin typeface="Arial"/>
              <a:ea typeface="Arial"/>
              <a:cs typeface="Arial"/>
              <a:sym typeface="Arial"/>
            </a:endParaRPr>
          </a:p>
          <a:p>
            <a:pPr indent="-387350" lvl="0" marL="406400" rtl="0" algn="l">
              <a:lnSpc>
                <a:spcPct val="100000"/>
              </a:lnSpc>
              <a:spcBef>
                <a:spcPts val="100"/>
              </a:spcBef>
              <a:spcAft>
                <a:spcPts val="0"/>
              </a:spcAft>
              <a:buClr>
                <a:srgbClr val="000000"/>
              </a:buClr>
              <a:buSzPts val="1700"/>
              <a:buFont typeface="Tahoma"/>
              <a:buAutoNum type="arabicPeriod"/>
            </a:pPr>
            <a:r>
              <a:rPr i="1" lang="en-GB" sz="1700">
                <a:solidFill>
                  <a:srgbClr val="595959"/>
                </a:solidFill>
              </a:rPr>
              <a:t>Atiksh Sharma</a:t>
            </a:r>
            <a:r>
              <a:rPr i="1" lang="en-GB" sz="1700">
                <a:solidFill>
                  <a:srgbClr val="595959"/>
                </a:solidFill>
                <a:latin typeface="Arial"/>
                <a:ea typeface="Arial"/>
                <a:cs typeface="Arial"/>
                <a:sym typeface="Arial"/>
              </a:rPr>
              <a:t> – </a:t>
            </a:r>
            <a:r>
              <a:rPr i="1" lang="en-GB" sz="1700">
                <a:solidFill>
                  <a:srgbClr val="595959"/>
                </a:solidFill>
              </a:rPr>
              <a:t>2510381135</a:t>
            </a:r>
            <a:endParaRPr sz="1700">
              <a:latin typeface="Arial"/>
              <a:ea typeface="Arial"/>
              <a:cs typeface="Arial"/>
              <a:sym typeface="Arial"/>
            </a:endParaRPr>
          </a:p>
          <a:p>
            <a:pPr indent="-387350" lvl="0" marL="406400" rtl="0" algn="l">
              <a:lnSpc>
                <a:spcPct val="100000"/>
              </a:lnSpc>
              <a:spcBef>
                <a:spcPts val="100"/>
              </a:spcBef>
              <a:spcAft>
                <a:spcPts val="0"/>
              </a:spcAft>
              <a:buClr>
                <a:srgbClr val="000000"/>
              </a:buClr>
              <a:buSzPts val="1700"/>
              <a:buFont typeface="Tahoma"/>
              <a:buAutoNum type="arabicPeriod"/>
            </a:pPr>
            <a:r>
              <a:rPr i="1" lang="en-GB" sz="1700">
                <a:solidFill>
                  <a:srgbClr val="595959"/>
                </a:solidFill>
              </a:rPr>
              <a:t>Agamya Saini</a:t>
            </a:r>
            <a:r>
              <a:rPr i="1" lang="en-GB" sz="1700">
                <a:solidFill>
                  <a:srgbClr val="595959"/>
                </a:solidFill>
                <a:latin typeface="Arial"/>
                <a:ea typeface="Arial"/>
                <a:cs typeface="Arial"/>
                <a:sym typeface="Arial"/>
              </a:rPr>
              <a:t> –  </a:t>
            </a:r>
            <a:r>
              <a:rPr i="1" lang="en-GB" sz="1700">
                <a:solidFill>
                  <a:srgbClr val="595959"/>
                </a:solidFill>
              </a:rPr>
              <a:t>2510385597</a:t>
            </a:r>
            <a:endParaRPr sz="1700">
              <a:latin typeface="Arial"/>
              <a:ea typeface="Arial"/>
              <a:cs typeface="Arial"/>
              <a:sym typeface="Arial"/>
            </a:endParaRPr>
          </a:p>
          <a:p>
            <a:pPr indent="-387350" lvl="0" marL="406400" rtl="0" algn="l">
              <a:lnSpc>
                <a:spcPct val="100000"/>
              </a:lnSpc>
              <a:spcBef>
                <a:spcPts val="100"/>
              </a:spcBef>
              <a:spcAft>
                <a:spcPts val="0"/>
              </a:spcAft>
              <a:buClr>
                <a:srgbClr val="000000"/>
              </a:buClr>
              <a:buSzPts val="1700"/>
              <a:buFont typeface="Tahoma"/>
              <a:buAutoNum type="arabicPeriod"/>
            </a:pPr>
            <a:r>
              <a:rPr i="1" lang="en-GB" sz="1700">
                <a:solidFill>
                  <a:srgbClr val="595959"/>
                </a:solidFill>
              </a:rPr>
              <a:t>Krishna Sehgal</a:t>
            </a:r>
            <a:r>
              <a:rPr i="1" lang="en-GB" sz="1700">
                <a:solidFill>
                  <a:srgbClr val="595959"/>
                </a:solidFill>
                <a:latin typeface="Arial"/>
                <a:ea typeface="Arial"/>
                <a:cs typeface="Arial"/>
                <a:sym typeface="Arial"/>
              </a:rPr>
              <a:t> – </a:t>
            </a:r>
            <a:r>
              <a:rPr i="1" lang="en-GB" sz="1700">
                <a:solidFill>
                  <a:srgbClr val="595959"/>
                </a:solidFill>
              </a:rPr>
              <a:t>2510370197</a:t>
            </a:r>
            <a:endParaRPr sz="1700">
              <a:latin typeface="Arial"/>
              <a:ea typeface="Arial"/>
              <a:cs typeface="Arial"/>
              <a:sym typeface="Arial"/>
            </a:endParaRPr>
          </a:p>
        </p:txBody>
      </p:sp>
      <p:sp>
        <p:nvSpPr>
          <p:cNvPr id="114" name="Google Shape;114;p20"/>
          <p:cNvSpPr/>
          <p:nvPr/>
        </p:nvSpPr>
        <p:spPr>
          <a:xfrm>
            <a:off x="490350" y="3768504"/>
            <a:ext cx="8155078" cy="297941"/>
          </a:xfrm>
          <a:custGeom>
            <a:rect b="b" l="l" r="r" t="t"/>
            <a:pathLst>
              <a:path extrusionOk="0" h="187960" w="5142230">
                <a:moveTo>
                  <a:pt x="5090865" y="0"/>
                </a:moveTo>
                <a:lnTo>
                  <a:pt x="50800" y="0"/>
                </a:lnTo>
                <a:lnTo>
                  <a:pt x="31075" y="4008"/>
                </a:lnTo>
                <a:lnTo>
                  <a:pt x="14922" y="14922"/>
                </a:lnTo>
                <a:lnTo>
                  <a:pt x="4008" y="31075"/>
                </a:lnTo>
                <a:lnTo>
                  <a:pt x="0" y="50800"/>
                </a:lnTo>
                <a:lnTo>
                  <a:pt x="0" y="187823"/>
                </a:lnTo>
                <a:lnTo>
                  <a:pt x="5141666" y="187823"/>
                </a:lnTo>
                <a:lnTo>
                  <a:pt x="5141666" y="50800"/>
                </a:lnTo>
                <a:lnTo>
                  <a:pt x="5137657" y="31075"/>
                </a:lnTo>
                <a:lnTo>
                  <a:pt x="5126743" y="14922"/>
                </a:lnTo>
                <a:lnTo>
                  <a:pt x="5110590" y="4008"/>
                </a:lnTo>
                <a:lnTo>
                  <a:pt x="5090865"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15" name="Google Shape;115;p20"/>
          <p:cNvSpPr txBox="1"/>
          <p:nvPr/>
        </p:nvSpPr>
        <p:spPr>
          <a:xfrm>
            <a:off x="550775" y="3735225"/>
            <a:ext cx="1197000" cy="311700"/>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900">
                <a:solidFill>
                  <a:srgbClr val="133768"/>
                </a:solidFill>
                <a:latin typeface="Arial"/>
                <a:ea typeface="Arial"/>
                <a:cs typeface="Arial"/>
                <a:sym typeface="Arial"/>
              </a:rPr>
              <a:t>Mentor</a:t>
            </a:r>
            <a:endParaRPr sz="1900">
              <a:latin typeface="Arial"/>
              <a:ea typeface="Arial"/>
              <a:cs typeface="Arial"/>
              <a:sym typeface="Arial"/>
            </a:endParaRPr>
          </a:p>
        </p:txBody>
      </p:sp>
      <p:grpSp>
        <p:nvGrpSpPr>
          <p:cNvPr id="116" name="Google Shape;116;p20"/>
          <p:cNvGrpSpPr/>
          <p:nvPr/>
        </p:nvGrpSpPr>
        <p:grpSpPr>
          <a:xfrm>
            <a:off x="490350" y="4046172"/>
            <a:ext cx="8155078" cy="400329"/>
            <a:chOff x="309193" y="2552585"/>
            <a:chExt cx="5142230" cy="252553"/>
          </a:xfrm>
        </p:grpSpPr>
        <p:pic>
          <p:nvPicPr>
            <p:cNvPr id="117" name="Google Shape;117;p20"/>
            <p:cNvPicPr preferRelativeResize="0"/>
            <p:nvPr/>
          </p:nvPicPr>
          <p:blipFill rotWithShape="1">
            <a:blip r:embed="rId5">
              <a:alphaModFix/>
            </a:blip>
            <a:srcRect b="0" l="0" r="0" t="0"/>
            <a:stretch/>
          </p:blipFill>
          <p:spPr>
            <a:xfrm>
              <a:off x="309193" y="2552585"/>
              <a:ext cx="5141666" cy="50609"/>
            </a:xfrm>
            <a:prstGeom prst="rect">
              <a:avLst/>
            </a:prstGeom>
            <a:noFill/>
            <a:ln>
              <a:noFill/>
            </a:ln>
          </p:spPr>
        </p:pic>
        <p:sp>
          <p:nvSpPr>
            <p:cNvPr id="118" name="Google Shape;118;p20"/>
            <p:cNvSpPr/>
            <p:nvPr/>
          </p:nvSpPr>
          <p:spPr>
            <a:xfrm>
              <a:off x="309193" y="2596859"/>
              <a:ext cx="5142230" cy="208279"/>
            </a:xfrm>
            <a:custGeom>
              <a:rect b="b" l="l" r="r" t="t"/>
              <a:pathLst>
                <a:path extrusionOk="0" h="208280" w="5142230">
                  <a:moveTo>
                    <a:pt x="5141666" y="0"/>
                  </a:moveTo>
                  <a:lnTo>
                    <a:pt x="0" y="0"/>
                  </a:lnTo>
                  <a:lnTo>
                    <a:pt x="0" y="157478"/>
                  </a:lnTo>
                  <a:lnTo>
                    <a:pt x="4008" y="177203"/>
                  </a:lnTo>
                  <a:lnTo>
                    <a:pt x="14922" y="193356"/>
                  </a:lnTo>
                  <a:lnTo>
                    <a:pt x="31075" y="204270"/>
                  </a:lnTo>
                  <a:lnTo>
                    <a:pt x="50800" y="208279"/>
                  </a:lnTo>
                  <a:lnTo>
                    <a:pt x="5090865" y="208279"/>
                  </a:lnTo>
                  <a:lnTo>
                    <a:pt x="5110590" y="204270"/>
                  </a:lnTo>
                  <a:lnTo>
                    <a:pt x="5126743" y="193356"/>
                  </a:lnTo>
                  <a:lnTo>
                    <a:pt x="5137657" y="177203"/>
                  </a:lnTo>
                  <a:lnTo>
                    <a:pt x="5141666" y="157478"/>
                  </a:lnTo>
                  <a:lnTo>
                    <a:pt x="5141666"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id="119" name="Google Shape;119;p20"/>
          <p:cNvSpPr txBox="1"/>
          <p:nvPr/>
        </p:nvSpPr>
        <p:spPr>
          <a:xfrm>
            <a:off x="550775" y="4081439"/>
            <a:ext cx="2929500" cy="279900"/>
          </a:xfrm>
          <a:prstGeom prst="rect">
            <a:avLst/>
          </a:prstGeom>
          <a:noFill/>
          <a:ln>
            <a:noFill/>
          </a:ln>
        </p:spPr>
        <p:txBody>
          <a:bodyPr anchorCtr="0" anchor="t" bIns="0" lIns="0" spcFirstLastPara="1" rIns="0" wrap="square" tIns="18125">
            <a:spAutoFit/>
          </a:bodyPr>
          <a:lstStyle/>
          <a:p>
            <a:pPr indent="0" lvl="0" marL="25400" rtl="0" algn="l">
              <a:lnSpc>
                <a:spcPct val="100000"/>
              </a:lnSpc>
              <a:spcBef>
                <a:spcPts val="0"/>
              </a:spcBef>
              <a:spcAft>
                <a:spcPts val="0"/>
              </a:spcAft>
              <a:buNone/>
            </a:pPr>
            <a:r>
              <a:rPr i="1" lang="en-GB" sz="1700">
                <a:solidFill>
                  <a:srgbClr val="595959"/>
                </a:solidFill>
                <a:latin typeface="Arial"/>
                <a:ea typeface="Arial"/>
                <a:cs typeface="Arial"/>
                <a:sym typeface="Arial"/>
              </a:rPr>
              <a:t>Dr.</a:t>
            </a:r>
            <a:r>
              <a:rPr i="1" lang="en-GB" sz="1700">
                <a:solidFill>
                  <a:srgbClr val="595959"/>
                </a:solidFill>
              </a:rPr>
              <a:t>Narayan Chaturvedi</a:t>
            </a:r>
            <a:endParaRPr sz="1700">
              <a:latin typeface="Arial"/>
              <a:ea typeface="Arial"/>
              <a:cs typeface="Arial"/>
              <a:sym typeface="Arial"/>
            </a:endParaRPr>
          </a:p>
        </p:txBody>
      </p:sp>
      <p:sp>
        <p:nvSpPr>
          <p:cNvPr id="120" name="Google Shape;120;p20"/>
          <p:cNvSpPr txBox="1"/>
          <p:nvPr>
            <p:ph idx="11" type="ftr"/>
          </p:nvPr>
        </p:nvSpPr>
        <p:spPr>
          <a:xfrm>
            <a:off x="151125" y="4958875"/>
            <a:ext cx="53226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121" name="Google Shape;121;p20"/>
          <p:cNvSpPr txBox="1"/>
          <p:nvPr/>
        </p:nvSpPr>
        <p:spPr>
          <a:xfrm>
            <a:off x="8687756" y="4967031"/>
            <a:ext cx="297079"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sz="1000">
                <a:solidFill>
                  <a:srgbClr val="0E294E"/>
                </a:solidFill>
                <a:latin typeface="Arial"/>
                <a:ea typeface="Arial"/>
                <a:cs typeface="Arial"/>
                <a:sym typeface="Arial"/>
              </a:rPr>
              <a:t>2/10</a:t>
            </a:r>
            <a:endParaRPr sz="1000">
              <a:latin typeface="Arial"/>
              <a:ea typeface="Arial"/>
              <a:cs typeface="Arial"/>
              <a:sym typeface="Arial"/>
            </a:endParaRPr>
          </a:p>
        </p:txBody>
      </p:sp>
      <p:sp>
        <p:nvSpPr>
          <p:cNvPr id="122" name="Google Shape;122;p20"/>
          <p:cNvSpPr txBox="1"/>
          <p:nvPr/>
        </p:nvSpPr>
        <p:spPr>
          <a:xfrm>
            <a:off x="5395487" y="4081439"/>
            <a:ext cx="3238800" cy="279900"/>
          </a:xfrm>
          <a:prstGeom prst="rect">
            <a:avLst/>
          </a:prstGeom>
          <a:noFill/>
          <a:ln>
            <a:noFill/>
          </a:ln>
        </p:spPr>
        <p:txBody>
          <a:bodyPr anchorCtr="0" anchor="t" bIns="0" lIns="0" spcFirstLastPara="1" rIns="0" wrap="square" tIns="18125">
            <a:spAutoFit/>
          </a:bodyPr>
          <a:lstStyle/>
          <a:p>
            <a:pPr indent="0" lvl="0" marL="25400" rtl="0" algn="l">
              <a:lnSpc>
                <a:spcPct val="100000"/>
              </a:lnSpc>
              <a:spcBef>
                <a:spcPts val="0"/>
              </a:spcBef>
              <a:spcAft>
                <a:spcPts val="0"/>
              </a:spcAft>
              <a:buNone/>
            </a:pPr>
            <a:r>
              <a:rPr b="1" lang="en-GB" sz="1700">
                <a:latin typeface="Tahoma"/>
                <a:ea typeface="Tahoma"/>
                <a:cs typeface="Tahoma"/>
                <a:sym typeface="Tahoma"/>
              </a:rPr>
              <a:t>Interactions completed:3 </a:t>
            </a:r>
            <a:r>
              <a:rPr lang="en-GB" sz="1700" u="sng">
                <a:latin typeface="Times New Roman"/>
                <a:ea typeface="Times New Roman"/>
                <a:cs typeface="Times New Roman"/>
                <a:sym typeface="Times New Roman"/>
              </a:rPr>
              <a:t>	</a:t>
            </a:r>
            <a:endParaRPr sz="1700">
              <a:latin typeface="Times New Roman"/>
              <a:ea typeface="Times New Roman"/>
              <a:cs typeface="Times New Roman"/>
              <a:sym typeface="Times New Roman"/>
            </a:endParaRPr>
          </a:p>
        </p:txBody>
      </p:sp>
      <p:sp>
        <p:nvSpPr>
          <p:cNvPr id="123" name="Google Shape;123;p20"/>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124" name="Google Shape;124;p20" title="graphicera_logo.png"/>
          <p:cNvPicPr preferRelativeResize="0"/>
          <p:nvPr/>
        </p:nvPicPr>
        <p:blipFill>
          <a:blip r:embed="rId6">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nvSpPr>
        <p:spPr>
          <a:xfrm>
            <a:off x="8585429" y="174927"/>
            <a:ext cx="552900" cy="173100"/>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t/>
            </a:r>
            <a:endParaRPr sz="1000">
              <a:latin typeface="Calibri"/>
              <a:ea typeface="Calibri"/>
              <a:cs typeface="Calibri"/>
              <a:sym typeface="Calibri"/>
            </a:endParaRPr>
          </a:p>
        </p:txBody>
      </p:sp>
      <p:grpSp>
        <p:nvGrpSpPr>
          <p:cNvPr id="130" name="Google Shape;130;p21"/>
          <p:cNvGrpSpPr/>
          <p:nvPr/>
        </p:nvGrpSpPr>
        <p:grpSpPr>
          <a:xfrm>
            <a:off x="8562896" y="115086"/>
            <a:ext cx="354480" cy="354302"/>
            <a:chOff x="5399392" y="72605"/>
            <a:chExt cx="223520" cy="223520"/>
          </a:xfrm>
        </p:grpSpPr>
        <p:sp>
          <p:nvSpPr>
            <p:cNvPr id="131" name="Google Shape;131;p21"/>
            <p:cNvSpPr/>
            <p:nvPr/>
          </p:nvSpPr>
          <p:spPr>
            <a:xfrm>
              <a:off x="5399392" y="293281"/>
              <a:ext cx="223520"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32" name="Google Shape;132;p21"/>
            <p:cNvSpPr/>
            <p:nvPr/>
          </p:nvSpPr>
          <p:spPr>
            <a:xfrm>
              <a:off x="5620054" y="72605"/>
              <a:ext cx="0" cy="223520"/>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descr="$PPTXTitle" id="133" name="Google Shape;133;p21"/>
          <p:cNvSpPr txBox="1"/>
          <p:nvPr>
            <p:ph type="title"/>
          </p:nvPr>
        </p:nvSpPr>
        <p:spPr>
          <a:xfrm>
            <a:off x="550775" y="480042"/>
            <a:ext cx="60039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solidFill>
                  <a:srgbClr val="C3DBFF"/>
                </a:solidFill>
              </a:rPr>
              <a:t>Problem Statement &amp; Motivation</a:t>
            </a:r>
            <a:endParaRPr>
              <a:solidFill>
                <a:srgbClr val="C3DBFF"/>
              </a:solidFill>
            </a:endParaRPr>
          </a:p>
        </p:txBody>
      </p:sp>
      <p:sp>
        <p:nvSpPr>
          <p:cNvPr id="134" name="Google Shape;134;p21"/>
          <p:cNvSpPr/>
          <p:nvPr/>
        </p:nvSpPr>
        <p:spPr>
          <a:xfrm>
            <a:off x="577803" y="869594"/>
            <a:ext cx="7988392"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nvGrpSpPr>
          <p:cNvPr id="135" name="Google Shape;135;p21"/>
          <p:cNvGrpSpPr/>
          <p:nvPr/>
        </p:nvGrpSpPr>
        <p:grpSpPr>
          <a:xfrm>
            <a:off x="438087" y="992975"/>
            <a:ext cx="8186430" cy="1415926"/>
            <a:chOff x="309193" y="1104731"/>
            <a:chExt cx="5142230" cy="603369"/>
          </a:xfrm>
        </p:grpSpPr>
        <p:sp>
          <p:nvSpPr>
            <p:cNvPr id="136" name="Google Shape;136;p21"/>
            <p:cNvSpPr/>
            <p:nvPr/>
          </p:nvSpPr>
          <p:spPr>
            <a:xfrm>
              <a:off x="309193" y="1205953"/>
              <a:ext cx="5142230" cy="187959"/>
            </a:xfrm>
            <a:custGeom>
              <a:rect b="b" l="l" r="r" t="t"/>
              <a:pathLst>
                <a:path extrusionOk="0" h="187959" w="5142230">
                  <a:moveTo>
                    <a:pt x="5090865" y="0"/>
                  </a:moveTo>
                  <a:lnTo>
                    <a:pt x="50800" y="0"/>
                  </a:lnTo>
                  <a:lnTo>
                    <a:pt x="31075" y="4008"/>
                  </a:lnTo>
                  <a:lnTo>
                    <a:pt x="14922" y="14922"/>
                  </a:lnTo>
                  <a:lnTo>
                    <a:pt x="4008" y="31075"/>
                  </a:lnTo>
                  <a:lnTo>
                    <a:pt x="0" y="50800"/>
                  </a:lnTo>
                  <a:lnTo>
                    <a:pt x="0" y="187823"/>
                  </a:lnTo>
                  <a:lnTo>
                    <a:pt x="5141666" y="187823"/>
                  </a:lnTo>
                  <a:lnTo>
                    <a:pt x="5141666" y="50800"/>
                  </a:lnTo>
                  <a:lnTo>
                    <a:pt x="5137657" y="31075"/>
                  </a:lnTo>
                  <a:lnTo>
                    <a:pt x="5126743" y="14922"/>
                  </a:lnTo>
                  <a:lnTo>
                    <a:pt x="5110590" y="4008"/>
                  </a:lnTo>
                  <a:lnTo>
                    <a:pt x="5090865"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pic>
          <p:nvPicPr>
            <p:cNvPr id="137" name="Google Shape;137;p21"/>
            <p:cNvPicPr preferRelativeResize="0"/>
            <p:nvPr/>
          </p:nvPicPr>
          <p:blipFill rotWithShape="1">
            <a:blip r:embed="rId3">
              <a:alphaModFix/>
            </a:blip>
            <a:srcRect b="0" l="0" r="0" t="0"/>
            <a:stretch/>
          </p:blipFill>
          <p:spPr>
            <a:xfrm>
              <a:off x="309193" y="1381112"/>
              <a:ext cx="5141667" cy="50609"/>
            </a:xfrm>
            <a:prstGeom prst="rect">
              <a:avLst/>
            </a:prstGeom>
            <a:noFill/>
            <a:ln>
              <a:noFill/>
            </a:ln>
          </p:spPr>
        </p:pic>
        <p:sp>
          <p:nvSpPr>
            <p:cNvPr id="138" name="Google Shape;138;p21"/>
            <p:cNvSpPr/>
            <p:nvPr/>
          </p:nvSpPr>
          <p:spPr>
            <a:xfrm>
              <a:off x="309193" y="1104731"/>
              <a:ext cx="5142230" cy="603369"/>
            </a:xfrm>
            <a:custGeom>
              <a:rect b="b" l="l" r="r" t="t"/>
              <a:pathLst>
                <a:path extrusionOk="0" h="365125" w="5142230">
                  <a:moveTo>
                    <a:pt x="5141666" y="0"/>
                  </a:moveTo>
                  <a:lnTo>
                    <a:pt x="0" y="0"/>
                  </a:lnTo>
                  <a:lnTo>
                    <a:pt x="0" y="314161"/>
                  </a:lnTo>
                  <a:lnTo>
                    <a:pt x="4008" y="333886"/>
                  </a:lnTo>
                  <a:lnTo>
                    <a:pt x="14922" y="350039"/>
                  </a:lnTo>
                  <a:lnTo>
                    <a:pt x="31075" y="360953"/>
                  </a:lnTo>
                  <a:lnTo>
                    <a:pt x="50800" y="364962"/>
                  </a:lnTo>
                  <a:lnTo>
                    <a:pt x="5090865" y="364962"/>
                  </a:lnTo>
                  <a:lnTo>
                    <a:pt x="5110590" y="360953"/>
                  </a:lnTo>
                  <a:lnTo>
                    <a:pt x="5126743" y="350039"/>
                  </a:lnTo>
                  <a:lnTo>
                    <a:pt x="5137657" y="333886"/>
                  </a:lnTo>
                  <a:lnTo>
                    <a:pt x="5141666" y="314161"/>
                  </a:lnTo>
                  <a:lnTo>
                    <a:pt x="5141666" y="0"/>
                  </a:lnTo>
                  <a:close/>
                </a:path>
              </a:pathLst>
            </a:custGeom>
            <a:solidFill>
              <a:srgbClr val="EDF3FA"/>
            </a:solidFill>
            <a:ln>
              <a:noFill/>
            </a:ln>
          </p:spPr>
          <p:txBody>
            <a:bodyPr anchorCtr="0" anchor="t" bIns="0" lIns="0" spcFirstLastPara="1" rIns="0" wrap="square" tIns="0">
              <a:noAutofit/>
            </a:bodyPr>
            <a:lstStyle/>
            <a:p>
              <a:pPr indent="0" lvl="0" marL="25400" rtl="0" algn="l">
                <a:spcBef>
                  <a:spcPts val="0"/>
                </a:spcBef>
                <a:spcAft>
                  <a:spcPts val="0"/>
                </a:spcAft>
                <a:buNone/>
              </a:pPr>
              <a:r>
                <a:rPr b="1" lang="en-GB" sz="1800">
                  <a:solidFill>
                    <a:srgbClr val="133768"/>
                  </a:solidFill>
                </a:rPr>
                <a:t>Problem Statement</a:t>
              </a:r>
              <a:endParaRPr b="1" sz="1800">
                <a:solidFill>
                  <a:srgbClr val="133768"/>
                </a:solidFill>
              </a:endParaRPr>
            </a:p>
            <a:p>
              <a:pPr indent="0" lvl="0" marL="25400" marR="12700" rtl="0" algn="l">
                <a:lnSpc>
                  <a:spcPct val="102600"/>
                </a:lnSpc>
                <a:spcBef>
                  <a:spcPts val="300"/>
                </a:spcBef>
                <a:spcAft>
                  <a:spcPts val="0"/>
                </a:spcAft>
                <a:buNone/>
              </a:pPr>
              <a:r>
                <a:rPr b="1" i="1" lang="en-GB" sz="1600">
                  <a:solidFill>
                    <a:srgbClr val="595959"/>
                  </a:solidFill>
                </a:rPr>
                <a:t>Rapid growth in LEO mega-constellations</a:t>
              </a:r>
              <a:r>
                <a:rPr b="1" i="1" lang="en-GB" sz="1600">
                  <a:solidFill>
                    <a:srgbClr val="595959"/>
                  </a:solidFill>
                </a:rPr>
                <a:t>, inactive spacecrafts and orbital debris is making Earth’s orbital environment increasingly congested. This lead to more potential close approaches and makes it challenging to efficiently assess collision risk, identify the most significant threats, and respond within the available time.</a:t>
              </a:r>
              <a:endParaRPr b="1" i="1" sz="1600">
                <a:solidFill>
                  <a:srgbClr val="595959"/>
                </a:solidFill>
              </a:endParaRPr>
            </a:p>
          </p:txBody>
        </p:sp>
      </p:grpSp>
      <p:sp>
        <p:nvSpPr>
          <p:cNvPr id="139" name="Google Shape;139;p21"/>
          <p:cNvSpPr txBox="1"/>
          <p:nvPr>
            <p:ph idx="11" type="ftr"/>
          </p:nvPr>
        </p:nvSpPr>
        <p:spPr>
          <a:xfrm>
            <a:off x="175324" y="4971074"/>
            <a:ext cx="53226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140" name="Google Shape;140;p21"/>
          <p:cNvSpPr txBox="1"/>
          <p:nvPr>
            <p:ph idx="12" type="sldNum"/>
          </p:nvPr>
        </p:nvSpPr>
        <p:spPr>
          <a:xfrm>
            <a:off x="8623827" y="4967031"/>
            <a:ext cx="360600" cy="1620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141" name="Google Shape;141;p21"/>
          <p:cNvSpPr txBox="1"/>
          <p:nvPr/>
        </p:nvSpPr>
        <p:spPr>
          <a:xfrm>
            <a:off x="438075" y="2408888"/>
            <a:ext cx="5190600" cy="2482500"/>
          </a:xfrm>
          <a:prstGeom prst="rect">
            <a:avLst/>
          </a:prstGeom>
          <a:noFill/>
          <a:ln>
            <a:noFill/>
          </a:ln>
        </p:spPr>
        <p:txBody>
          <a:bodyPr anchorCtr="0" anchor="t" bIns="0" lIns="0" spcFirstLastPara="1" rIns="0" wrap="square" tIns="87575">
            <a:noAutofit/>
          </a:bodyPr>
          <a:lstStyle/>
          <a:p>
            <a:pPr indent="0" lvl="0" marL="63500" rtl="0" algn="l">
              <a:lnSpc>
                <a:spcPct val="100000"/>
              </a:lnSpc>
              <a:spcBef>
                <a:spcPts val="0"/>
              </a:spcBef>
              <a:spcAft>
                <a:spcPts val="0"/>
              </a:spcAft>
              <a:buNone/>
            </a:pPr>
            <a:r>
              <a:rPr b="1" lang="en-GB" sz="1600">
                <a:solidFill>
                  <a:srgbClr val="133768"/>
                </a:solidFill>
                <a:latin typeface="Tahoma"/>
                <a:ea typeface="Tahoma"/>
                <a:cs typeface="Tahoma"/>
                <a:sym typeface="Tahoma"/>
              </a:rPr>
              <a:t>Motivation</a:t>
            </a:r>
            <a:endParaRPr sz="1600">
              <a:latin typeface="Tahoma"/>
              <a:ea typeface="Tahoma"/>
              <a:cs typeface="Tahoma"/>
              <a:sym typeface="Tahoma"/>
            </a:endParaRPr>
          </a:p>
          <a:p>
            <a:pPr indent="-222250" lvl="0" marL="495300" rtl="0" algn="l">
              <a:lnSpc>
                <a:spcPct val="100000"/>
              </a:lnSpc>
              <a:spcBef>
                <a:spcPts val="500"/>
              </a:spcBef>
              <a:spcAft>
                <a:spcPts val="0"/>
              </a:spcAft>
              <a:buClr>
                <a:srgbClr val="133768"/>
              </a:buClr>
              <a:buSzPts val="900"/>
              <a:buFont typeface="Lucida Sans"/>
              <a:buChar char="►"/>
            </a:pPr>
            <a:r>
              <a:rPr i="1" lang="en-GB" sz="900">
                <a:solidFill>
                  <a:srgbClr val="595959"/>
                </a:solidFill>
                <a:latin typeface="Arial"/>
                <a:ea typeface="Arial"/>
                <a:cs typeface="Arial"/>
                <a:sym typeface="Arial"/>
              </a:rPr>
              <a:t>Current limitation </a:t>
            </a:r>
            <a:r>
              <a:rPr i="1" lang="en-GB" sz="900">
                <a:solidFill>
                  <a:srgbClr val="595959"/>
                </a:solidFill>
              </a:rPr>
              <a:t>- Growing satellite are producing an increasing number of </a:t>
            </a:r>
            <a:r>
              <a:rPr b="1" i="1" lang="en-GB" sz="900">
                <a:solidFill>
                  <a:srgbClr val="595959"/>
                </a:solidFill>
              </a:rPr>
              <a:t>conjunction</a:t>
            </a:r>
            <a:r>
              <a:rPr b="1" i="1" lang="en-GB" sz="900">
                <a:solidFill>
                  <a:srgbClr val="595959"/>
                </a:solidFill>
              </a:rPr>
              <a:t> events</a:t>
            </a:r>
            <a:r>
              <a:rPr i="1" lang="en-GB" sz="900">
                <a:solidFill>
                  <a:srgbClr val="595959"/>
                </a:solidFill>
              </a:rPr>
              <a:t>, making timing assessment and prioritization more challenging.</a:t>
            </a:r>
            <a:endParaRPr sz="900">
              <a:latin typeface="Arial"/>
              <a:ea typeface="Arial"/>
              <a:cs typeface="Arial"/>
              <a:sym typeface="Arial"/>
            </a:endParaRPr>
          </a:p>
          <a:p>
            <a:pPr indent="-222250" lvl="0" marL="495300" rtl="0" algn="l">
              <a:lnSpc>
                <a:spcPct val="100000"/>
              </a:lnSpc>
              <a:spcBef>
                <a:spcPts val="400"/>
              </a:spcBef>
              <a:spcAft>
                <a:spcPts val="0"/>
              </a:spcAft>
              <a:buClr>
                <a:srgbClr val="133768"/>
              </a:buClr>
              <a:buSzPts val="900"/>
              <a:buFont typeface="Lucida Sans"/>
              <a:buChar char="►"/>
            </a:pPr>
            <a:r>
              <a:rPr i="1" lang="en-GB" sz="900">
                <a:solidFill>
                  <a:srgbClr val="595959"/>
                </a:solidFill>
                <a:latin typeface="Arial"/>
                <a:ea typeface="Arial"/>
                <a:cs typeface="Arial"/>
                <a:sym typeface="Arial"/>
              </a:rPr>
              <a:t>Impact on users or organizations-</a:t>
            </a:r>
            <a:r>
              <a:rPr i="1" lang="en-GB" sz="900">
                <a:solidFill>
                  <a:srgbClr val="595959"/>
                </a:solidFill>
              </a:rPr>
              <a:t> A collision can </a:t>
            </a:r>
            <a:r>
              <a:rPr b="1" i="1" lang="en-GB" sz="900">
                <a:solidFill>
                  <a:srgbClr val="595959"/>
                </a:solidFill>
              </a:rPr>
              <a:t>damage or destroy spacecraft and generate additional debris</a:t>
            </a:r>
            <a:r>
              <a:rPr i="1" lang="en-GB" sz="900">
                <a:solidFill>
                  <a:srgbClr val="595959"/>
                </a:solidFill>
              </a:rPr>
              <a:t>, increasing the risk of future collisions and </a:t>
            </a:r>
            <a:r>
              <a:rPr i="1" lang="en-GB" sz="900">
                <a:solidFill>
                  <a:srgbClr val="595959"/>
                </a:solidFill>
              </a:rPr>
              <a:t>affecting</a:t>
            </a:r>
            <a:r>
              <a:rPr i="1" lang="en-GB" sz="900">
                <a:solidFill>
                  <a:srgbClr val="595959"/>
                </a:solidFill>
              </a:rPr>
              <a:t> space-based services.</a:t>
            </a:r>
            <a:endParaRPr sz="900">
              <a:latin typeface="Arial"/>
              <a:ea typeface="Arial"/>
              <a:cs typeface="Arial"/>
              <a:sym typeface="Arial"/>
            </a:endParaRPr>
          </a:p>
          <a:p>
            <a:pPr indent="-222250" lvl="0" marL="495300" rtl="0" algn="l">
              <a:lnSpc>
                <a:spcPct val="100000"/>
              </a:lnSpc>
              <a:spcBef>
                <a:spcPts val="400"/>
              </a:spcBef>
              <a:spcAft>
                <a:spcPts val="0"/>
              </a:spcAft>
              <a:buClr>
                <a:srgbClr val="133768"/>
              </a:buClr>
              <a:buSzPts val="900"/>
              <a:buFont typeface="Lucida Sans"/>
              <a:buChar char="►"/>
            </a:pPr>
            <a:r>
              <a:rPr i="1" lang="en-GB" sz="900">
                <a:solidFill>
                  <a:srgbClr val="595959"/>
                </a:solidFill>
                <a:latin typeface="Arial"/>
                <a:ea typeface="Arial"/>
                <a:cs typeface="Arial"/>
                <a:sym typeface="Arial"/>
              </a:rPr>
              <a:t>Limitations of existing approaches-  </a:t>
            </a:r>
            <a:endParaRPr i="1" sz="900">
              <a:solidFill>
                <a:srgbClr val="595959"/>
              </a:solidFill>
            </a:endParaRPr>
          </a:p>
          <a:p>
            <a:pPr indent="-285750" lvl="0" marL="457200" rtl="0" algn="l">
              <a:lnSpc>
                <a:spcPct val="100000"/>
              </a:lnSpc>
              <a:spcBef>
                <a:spcPts val="0"/>
              </a:spcBef>
              <a:spcAft>
                <a:spcPts val="0"/>
              </a:spcAft>
              <a:buClr>
                <a:srgbClr val="595959"/>
              </a:buClr>
              <a:buSzPts val="900"/>
              <a:buChar char="-"/>
            </a:pPr>
            <a:r>
              <a:rPr b="1" i="1" lang="en-GB" sz="900">
                <a:solidFill>
                  <a:srgbClr val="595959"/>
                </a:solidFill>
              </a:rPr>
              <a:t> Alert Overload</a:t>
            </a:r>
            <a:r>
              <a:rPr i="1" lang="en-GB" sz="900">
                <a:solidFill>
                  <a:srgbClr val="595959"/>
                </a:solidFill>
              </a:rPr>
              <a:t>- Increasing space objects generate a </a:t>
            </a:r>
            <a:r>
              <a:rPr b="1" i="1" lang="en-GB" sz="900">
                <a:solidFill>
                  <a:srgbClr val="595959"/>
                </a:solidFill>
              </a:rPr>
              <a:t>large number of </a:t>
            </a:r>
            <a:r>
              <a:rPr b="1" i="1" lang="en-GB" sz="900">
                <a:solidFill>
                  <a:srgbClr val="595959"/>
                </a:solidFill>
              </a:rPr>
              <a:t>conjunction</a:t>
            </a:r>
            <a:r>
              <a:rPr b="1" i="1" lang="en-GB" sz="900">
                <a:solidFill>
                  <a:srgbClr val="595959"/>
                </a:solidFill>
              </a:rPr>
              <a:t> alerts</a:t>
            </a:r>
            <a:r>
              <a:rPr i="1" lang="en-GB" sz="900">
                <a:solidFill>
                  <a:srgbClr val="595959"/>
                </a:solidFill>
              </a:rPr>
              <a:t>, making   </a:t>
            </a:r>
            <a:r>
              <a:rPr i="1" lang="en-GB" sz="900">
                <a:solidFill>
                  <a:srgbClr val="595959"/>
                </a:solidFill>
              </a:rPr>
              <a:t>t</a:t>
            </a:r>
            <a:r>
              <a:rPr i="1" lang="en-GB" sz="900">
                <a:solidFill>
                  <a:srgbClr val="595959"/>
                </a:solidFill>
              </a:rPr>
              <a:t>hreat prioritization difficult.</a:t>
            </a:r>
            <a:endParaRPr i="1" sz="900">
              <a:solidFill>
                <a:srgbClr val="595959"/>
              </a:solidFill>
            </a:endParaRPr>
          </a:p>
          <a:p>
            <a:pPr indent="-285750" lvl="0" marL="457200" rtl="0" algn="l">
              <a:lnSpc>
                <a:spcPct val="100000"/>
              </a:lnSpc>
              <a:spcBef>
                <a:spcPts val="0"/>
              </a:spcBef>
              <a:spcAft>
                <a:spcPts val="0"/>
              </a:spcAft>
              <a:buClr>
                <a:srgbClr val="595959"/>
              </a:buClr>
              <a:buSzPts val="900"/>
              <a:buChar char="-"/>
            </a:pPr>
            <a:r>
              <a:rPr b="1" i="1" lang="en-GB" sz="900">
                <a:solidFill>
                  <a:srgbClr val="595959"/>
                </a:solidFill>
              </a:rPr>
              <a:t>Multi-Factor Risk</a:t>
            </a:r>
            <a:r>
              <a:rPr i="1" lang="en-GB" sz="900">
                <a:solidFill>
                  <a:srgbClr val="595959"/>
                </a:solidFill>
              </a:rPr>
              <a:t>- Collision risk depends on </a:t>
            </a:r>
            <a:r>
              <a:rPr b="1" i="1" lang="en-GB" sz="900">
                <a:solidFill>
                  <a:srgbClr val="595959"/>
                </a:solidFill>
              </a:rPr>
              <a:t>multiple parameters and uncertainties</a:t>
            </a:r>
            <a:r>
              <a:rPr i="1" lang="en-GB" sz="900">
                <a:solidFill>
                  <a:srgbClr val="595959"/>
                </a:solidFill>
              </a:rPr>
              <a:t>, miss distance alone is insufficient. </a:t>
            </a:r>
            <a:endParaRPr i="1" sz="900">
              <a:solidFill>
                <a:srgbClr val="595959"/>
              </a:solidFill>
            </a:endParaRPr>
          </a:p>
          <a:p>
            <a:pPr indent="-285750" lvl="0" marL="457200" rtl="0" algn="l">
              <a:lnSpc>
                <a:spcPct val="100000"/>
              </a:lnSpc>
              <a:spcBef>
                <a:spcPts val="0"/>
              </a:spcBef>
              <a:spcAft>
                <a:spcPts val="0"/>
              </a:spcAft>
              <a:buClr>
                <a:srgbClr val="595959"/>
              </a:buClr>
              <a:buSzPts val="900"/>
              <a:buChar char="-"/>
            </a:pPr>
            <a:r>
              <a:rPr b="1" i="1" lang="en-GB" sz="900">
                <a:solidFill>
                  <a:srgbClr val="595959"/>
                </a:solidFill>
              </a:rPr>
              <a:t>Fuel &amp; Maneuver Constraints</a:t>
            </a:r>
            <a:r>
              <a:rPr i="1" lang="en-GB" sz="900">
                <a:solidFill>
                  <a:srgbClr val="595959"/>
                </a:solidFill>
              </a:rPr>
              <a:t>- A high-risk threat does not always mean an avoidance maneuver is </a:t>
            </a:r>
            <a:r>
              <a:rPr b="1" i="1" lang="en-GB" sz="900">
                <a:solidFill>
                  <a:srgbClr val="595959"/>
                </a:solidFill>
              </a:rPr>
              <a:t>feasible</a:t>
            </a:r>
            <a:r>
              <a:rPr i="1" lang="en-GB" sz="900">
                <a:solidFill>
                  <a:srgbClr val="595959"/>
                </a:solidFill>
              </a:rPr>
              <a:t>. The required ΔV, available fuel, thrust capability, and available time can limit the possible response. A suitable avoidance maneuver may be</a:t>
            </a:r>
            <a:r>
              <a:rPr b="1" i="1" lang="en-GB" sz="900">
                <a:solidFill>
                  <a:srgbClr val="595959"/>
                </a:solidFill>
              </a:rPr>
              <a:t> infeasible due to limited fuel, ΔV, thrust or available time. </a:t>
            </a:r>
            <a:endParaRPr b="1" i="1" sz="900">
              <a:solidFill>
                <a:srgbClr val="595959"/>
              </a:solidFill>
            </a:endParaRPr>
          </a:p>
          <a:p>
            <a:pPr indent="0" lvl="0" marL="914400" rtl="0" algn="l">
              <a:lnSpc>
                <a:spcPct val="100000"/>
              </a:lnSpc>
              <a:spcBef>
                <a:spcPts val="400"/>
              </a:spcBef>
              <a:spcAft>
                <a:spcPts val="0"/>
              </a:spcAft>
              <a:buNone/>
            </a:pPr>
            <a:br>
              <a:rPr i="1" lang="en-GB" sz="900">
                <a:solidFill>
                  <a:srgbClr val="595959"/>
                </a:solidFill>
              </a:rPr>
            </a:br>
            <a:r>
              <a:rPr i="1" lang="en-GB" sz="900">
                <a:solidFill>
                  <a:srgbClr val="595959"/>
                </a:solidFill>
              </a:rPr>
              <a:t>           </a:t>
            </a:r>
            <a:endParaRPr i="1" sz="900">
              <a:solidFill>
                <a:srgbClr val="595959"/>
              </a:solidFill>
            </a:endParaRPr>
          </a:p>
          <a:p>
            <a:pPr indent="0" lvl="0" marL="0" rtl="0" algn="l">
              <a:lnSpc>
                <a:spcPct val="100000"/>
              </a:lnSpc>
              <a:spcBef>
                <a:spcPts val="400"/>
              </a:spcBef>
              <a:spcAft>
                <a:spcPts val="0"/>
              </a:spcAft>
              <a:buNone/>
            </a:pPr>
            <a:r>
              <a:t/>
            </a:r>
            <a:endParaRPr i="1" sz="900">
              <a:solidFill>
                <a:srgbClr val="595959"/>
              </a:solidFill>
            </a:endParaRPr>
          </a:p>
        </p:txBody>
      </p:sp>
      <p:sp>
        <p:nvSpPr>
          <p:cNvPr id="142" name="Google Shape;142;p21"/>
          <p:cNvSpPr txBox="1"/>
          <p:nvPr/>
        </p:nvSpPr>
        <p:spPr>
          <a:xfrm>
            <a:off x="5628675" y="2477900"/>
            <a:ext cx="2956800" cy="2344500"/>
          </a:xfrm>
          <a:prstGeom prst="rect">
            <a:avLst/>
          </a:prstGeom>
          <a:noFill/>
          <a:ln>
            <a:noFill/>
          </a:ln>
        </p:spPr>
        <p:txBody>
          <a:bodyPr anchorCtr="0" anchor="t" bIns="0" lIns="0" spcFirstLastPara="1" rIns="0" wrap="square" tIns="87575">
            <a:noAutofit/>
          </a:bodyPr>
          <a:lstStyle/>
          <a:p>
            <a:pPr indent="0" lvl="0" marL="63500" rtl="0" algn="l">
              <a:lnSpc>
                <a:spcPct val="100000"/>
              </a:lnSpc>
              <a:spcBef>
                <a:spcPts val="0"/>
              </a:spcBef>
              <a:spcAft>
                <a:spcPts val="0"/>
              </a:spcAft>
              <a:buNone/>
            </a:pPr>
            <a:r>
              <a:rPr b="1" lang="en-GB" sz="1600">
                <a:solidFill>
                  <a:srgbClr val="133768"/>
                </a:solidFill>
                <a:latin typeface="Tahoma"/>
                <a:ea typeface="Tahoma"/>
                <a:cs typeface="Tahoma"/>
                <a:sym typeface="Tahoma"/>
              </a:rPr>
              <a:t>Target Users / Stakeholders</a:t>
            </a:r>
            <a:endParaRPr sz="1600">
              <a:latin typeface="Tahoma"/>
              <a:ea typeface="Tahoma"/>
              <a:cs typeface="Tahoma"/>
              <a:sym typeface="Tahoma"/>
            </a:endParaRPr>
          </a:p>
          <a:p>
            <a:pPr indent="-234950" lvl="0" marL="495300" rtl="0" algn="l">
              <a:lnSpc>
                <a:spcPct val="100000"/>
              </a:lnSpc>
              <a:spcBef>
                <a:spcPts val="500"/>
              </a:spcBef>
              <a:spcAft>
                <a:spcPts val="0"/>
              </a:spcAft>
              <a:buClr>
                <a:srgbClr val="133768"/>
              </a:buClr>
              <a:buSzPts val="1100"/>
              <a:buFont typeface="Lucida Sans"/>
              <a:buChar char="►"/>
            </a:pPr>
            <a:r>
              <a:rPr i="1" lang="en-GB" sz="1100">
                <a:solidFill>
                  <a:srgbClr val="595959"/>
                </a:solidFill>
                <a:latin typeface="Arial"/>
                <a:ea typeface="Arial"/>
                <a:cs typeface="Arial"/>
                <a:sym typeface="Arial"/>
              </a:rPr>
              <a:t>Primary users- Satellite operators &amp; mission-</a:t>
            </a:r>
            <a:r>
              <a:rPr i="1" lang="en-GB" sz="1100">
                <a:solidFill>
                  <a:srgbClr val="595959"/>
                </a:solidFill>
              </a:rPr>
              <a:t>control teams.</a:t>
            </a:r>
            <a:endParaRPr sz="1100">
              <a:latin typeface="Arial"/>
              <a:ea typeface="Arial"/>
              <a:cs typeface="Arial"/>
              <a:sym typeface="Arial"/>
            </a:endParaRPr>
          </a:p>
          <a:p>
            <a:pPr indent="-234950" lvl="0" marL="495300" rtl="0" algn="l">
              <a:lnSpc>
                <a:spcPct val="100000"/>
              </a:lnSpc>
              <a:spcBef>
                <a:spcPts val="400"/>
              </a:spcBef>
              <a:spcAft>
                <a:spcPts val="0"/>
              </a:spcAft>
              <a:buClr>
                <a:srgbClr val="133768"/>
              </a:buClr>
              <a:buSzPts val="1100"/>
              <a:buFont typeface="Lucida Sans"/>
              <a:buChar char="►"/>
            </a:pPr>
            <a:r>
              <a:rPr i="1" lang="en-GB" sz="1100">
                <a:solidFill>
                  <a:srgbClr val="595959"/>
                </a:solidFill>
                <a:latin typeface="Arial"/>
                <a:ea typeface="Arial"/>
                <a:cs typeface="Arial"/>
                <a:sym typeface="Arial"/>
              </a:rPr>
              <a:t>Secondary stakeholders- Space a</a:t>
            </a:r>
            <a:r>
              <a:rPr i="1" lang="en-GB" sz="1100">
                <a:solidFill>
                  <a:srgbClr val="595959"/>
                </a:solidFill>
              </a:rPr>
              <a:t>gencies(eg., NASA,ISRO,ESA), spacecraft manufacturers &amp; space sustainability organizations.</a:t>
            </a:r>
            <a:endParaRPr sz="1100">
              <a:latin typeface="Arial"/>
              <a:ea typeface="Arial"/>
              <a:cs typeface="Arial"/>
              <a:sym typeface="Arial"/>
            </a:endParaRPr>
          </a:p>
          <a:p>
            <a:pPr indent="-247650" lvl="0" marL="495300" rtl="0" algn="l">
              <a:lnSpc>
                <a:spcPct val="100000"/>
              </a:lnSpc>
              <a:spcBef>
                <a:spcPts val="400"/>
              </a:spcBef>
              <a:spcAft>
                <a:spcPts val="0"/>
              </a:spcAft>
              <a:buClr>
                <a:srgbClr val="133768"/>
              </a:buClr>
              <a:buSzPts val="1300"/>
              <a:buFont typeface="Lucida Sans"/>
              <a:buChar char="►"/>
            </a:pPr>
            <a:r>
              <a:rPr i="1" lang="en-GB" sz="1100">
                <a:solidFill>
                  <a:srgbClr val="595959"/>
                </a:solidFill>
                <a:latin typeface="Arial"/>
                <a:ea typeface="Arial"/>
                <a:cs typeface="Arial"/>
                <a:sym typeface="Arial"/>
              </a:rPr>
              <a:t>Expected benefit-</a:t>
            </a:r>
            <a:r>
              <a:rPr i="1" lang="en-GB" sz="1300">
                <a:solidFill>
                  <a:srgbClr val="595959"/>
                </a:solidFill>
              </a:rPr>
              <a:t> </a:t>
            </a:r>
            <a:r>
              <a:rPr i="1" lang="en-GB" sz="1100">
                <a:solidFill>
                  <a:srgbClr val="595959"/>
                </a:solidFill>
              </a:rPr>
              <a:t>Better </a:t>
            </a:r>
            <a:r>
              <a:rPr b="1" i="1" lang="en-GB" sz="1100">
                <a:solidFill>
                  <a:srgbClr val="595959"/>
                </a:solidFill>
              </a:rPr>
              <a:t>prioritization of potential threats</a:t>
            </a:r>
            <a:r>
              <a:rPr i="1" lang="en-GB" sz="1100">
                <a:solidFill>
                  <a:srgbClr val="595959"/>
                </a:solidFill>
              </a:rPr>
              <a:t>, faster decision support, and safer management of collision-avoidance situations.</a:t>
            </a:r>
            <a:endParaRPr sz="1100">
              <a:latin typeface="Arial"/>
              <a:ea typeface="Arial"/>
              <a:cs typeface="Arial"/>
              <a:sym typeface="Arial"/>
            </a:endParaRPr>
          </a:p>
        </p:txBody>
      </p:sp>
      <p:sp>
        <p:nvSpPr>
          <p:cNvPr id="143" name="Google Shape;143;p21"/>
          <p:cNvSpPr txBox="1"/>
          <p:nvPr/>
        </p:nvSpPr>
        <p:spPr>
          <a:xfrm>
            <a:off x="438100" y="1153013"/>
            <a:ext cx="8186400" cy="315300"/>
          </a:xfrm>
          <a:prstGeom prst="rect">
            <a:avLst/>
          </a:prstGeom>
          <a:noFill/>
          <a:ln>
            <a:noFill/>
          </a:ln>
        </p:spPr>
        <p:txBody>
          <a:bodyPr anchorCtr="0" anchor="t" bIns="0" lIns="0" spcFirstLastPara="1" rIns="0" wrap="square" tIns="68450">
            <a:spAutoFit/>
          </a:bodyPr>
          <a:lstStyle/>
          <a:p>
            <a:pPr indent="0" lvl="0" marL="25400" marR="12700" rtl="0" algn="l">
              <a:lnSpc>
                <a:spcPct val="102600"/>
              </a:lnSpc>
              <a:spcBef>
                <a:spcPts val="300"/>
              </a:spcBef>
              <a:spcAft>
                <a:spcPts val="0"/>
              </a:spcAft>
              <a:buNone/>
            </a:pPr>
            <a:r>
              <a:t/>
            </a:r>
            <a:endParaRPr i="1" sz="1600">
              <a:solidFill>
                <a:srgbClr val="595959"/>
              </a:solidFill>
            </a:endParaRPr>
          </a:p>
        </p:txBody>
      </p:sp>
      <p:sp>
        <p:nvSpPr>
          <p:cNvPr id="144" name="Google Shape;144;p21"/>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145" name="Google Shape;145;p21" title="graphicera_logo.png"/>
          <p:cNvPicPr preferRelativeResize="0"/>
          <p:nvPr/>
        </p:nvPicPr>
        <p:blipFill>
          <a:blip r:embed="rId4">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2"/>
          <p:cNvPicPr preferRelativeResize="0"/>
          <p:nvPr/>
        </p:nvPicPr>
        <p:blipFill>
          <a:blip r:embed="rId3">
            <a:alphaModFix/>
          </a:blip>
          <a:stretch>
            <a:fillRect/>
          </a:stretch>
        </p:blipFill>
        <p:spPr>
          <a:xfrm>
            <a:off x="152400" y="152400"/>
            <a:ext cx="8305315" cy="4838700"/>
          </a:xfrm>
          <a:prstGeom prst="rect">
            <a:avLst/>
          </a:prstGeom>
          <a:noFill/>
          <a:ln>
            <a:noFill/>
          </a:ln>
        </p:spPr>
      </p:pic>
      <p:sp>
        <p:nvSpPr>
          <p:cNvPr id="151" name="Google Shape;151;p22"/>
          <p:cNvSpPr/>
          <p:nvPr/>
        </p:nvSpPr>
        <p:spPr>
          <a:xfrm>
            <a:off x="7947425" y="78000"/>
            <a:ext cx="10119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152" name="Google Shape;152;p22" title="graphicera_logo.png"/>
          <p:cNvPicPr preferRelativeResize="0"/>
          <p:nvPr/>
        </p:nvPicPr>
        <p:blipFill>
          <a:blip r:embed="rId4">
            <a:alphaModFix/>
          </a:blip>
          <a:stretch>
            <a:fillRect/>
          </a:stretch>
        </p:blipFill>
        <p:spPr>
          <a:xfrm>
            <a:off x="8188175" y="131100"/>
            <a:ext cx="530400" cy="530400"/>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descr="$PPTXTitle" id="157" name="Google Shape;157;p23"/>
          <p:cNvSpPr txBox="1"/>
          <p:nvPr>
            <p:ph type="title"/>
          </p:nvPr>
        </p:nvSpPr>
        <p:spPr>
          <a:xfrm>
            <a:off x="338275" y="84517"/>
            <a:ext cx="60039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Proposed Solution</a:t>
            </a:r>
            <a:endParaRPr/>
          </a:p>
        </p:txBody>
      </p:sp>
      <p:sp>
        <p:nvSpPr>
          <p:cNvPr id="158" name="Google Shape;158;p23"/>
          <p:cNvSpPr/>
          <p:nvPr/>
        </p:nvSpPr>
        <p:spPr>
          <a:xfrm>
            <a:off x="338266" y="469394"/>
            <a:ext cx="7988392"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59" name="Google Shape;159;p23"/>
          <p:cNvSpPr txBox="1"/>
          <p:nvPr/>
        </p:nvSpPr>
        <p:spPr>
          <a:xfrm>
            <a:off x="338275" y="576325"/>
            <a:ext cx="5465700" cy="3733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87575">
            <a:spAutoFit/>
          </a:bodyPr>
          <a:lstStyle/>
          <a:p>
            <a:pPr indent="0" lvl="0" marL="25400" rtl="0" algn="l">
              <a:lnSpc>
                <a:spcPct val="100000"/>
              </a:lnSpc>
              <a:spcBef>
                <a:spcPts val="0"/>
              </a:spcBef>
              <a:spcAft>
                <a:spcPts val="0"/>
              </a:spcAft>
              <a:buNone/>
            </a:pPr>
            <a:r>
              <a:rPr b="1" lang="en-GB" sz="1700">
                <a:solidFill>
                  <a:srgbClr val="133768"/>
                </a:solidFill>
                <a:latin typeface="Tahoma"/>
                <a:ea typeface="Tahoma"/>
                <a:cs typeface="Tahoma"/>
                <a:sym typeface="Tahoma"/>
              </a:rPr>
              <a:t>Proposed Approach</a:t>
            </a:r>
            <a:endParaRPr sz="1700">
              <a:latin typeface="Tahoma"/>
              <a:ea typeface="Tahoma"/>
              <a:cs typeface="Tahoma"/>
              <a:sym typeface="Tahoma"/>
            </a:endParaRPr>
          </a:p>
          <a:p>
            <a:pPr indent="-273050" lvl="0" marL="457200" rtl="0" algn="l">
              <a:lnSpc>
                <a:spcPct val="100000"/>
              </a:lnSpc>
              <a:spcBef>
                <a:spcPts val="500"/>
              </a:spcBef>
              <a:spcAft>
                <a:spcPts val="0"/>
              </a:spcAft>
              <a:buClr>
                <a:srgbClr val="133768"/>
              </a:buClr>
              <a:buSzPts val="1700"/>
              <a:buFont typeface="Tahoma"/>
              <a:buAutoNum type="arabicPeriod"/>
            </a:pPr>
            <a:r>
              <a:rPr i="1" lang="en-GB" sz="1700">
                <a:solidFill>
                  <a:srgbClr val="595959"/>
                </a:solidFill>
                <a:latin typeface="Arial"/>
                <a:ea typeface="Arial"/>
                <a:cs typeface="Arial"/>
                <a:sym typeface="Arial"/>
              </a:rPr>
              <a:t>Input</a:t>
            </a:r>
            <a:r>
              <a:rPr i="1" lang="en-GB" sz="1700">
                <a:solidFill>
                  <a:srgbClr val="595959"/>
                </a:solidFill>
              </a:rPr>
              <a:t>-</a:t>
            </a:r>
            <a:r>
              <a:rPr b="1" lang="en-GB" sz="1100">
                <a:solidFill>
                  <a:schemeClr val="dk1"/>
                </a:solidFill>
              </a:rPr>
              <a:t>Collect conjunction telemetry including Object ID, Miss Distance, TCA, Relative Velocity, Required ΔV, and Collision Probability, along with spacecraft mass and available fuel.</a:t>
            </a:r>
            <a:r>
              <a:rPr i="1" lang="en-GB"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273050" lvl="0" marL="457200" rtl="0" algn="l">
              <a:lnSpc>
                <a:spcPct val="100000"/>
              </a:lnSpc>
              <a:spcBef>
                <a:spcPts val="500"/>
              </a:spcBef>
              <a:spcAft>
                <a:spcPts val="0"/>
              </a:spcAft>
              <a:buClr>
                <a:srgbClr val="133768"/>
              </a:buClr>
              <a:buSzPts val="1700"/>
              <a:buFont typeface="Tahoma"/>
              <a:buAutoNum type="arabicPeriod"/>
            </a:pPr>
            <a:r>
              <a:rPr i="1" lang="en-GB" sz="1700">
                <a:solidFill>
                  <a:srgbClr val="595959"/>
                </a:solidFill>
                <a:latin typeface="Arial"/>
                <a:ea typeface="Arial"/>
                <a:cs typeface="Arial"/>
                <a:sym typeface="Arial"/>
              </a:rPr>
              <a:t>Processing-</a:t>
            </a:r>
            <a:r>
              <a:rPr lang="en-GB" sz="1100">
                <a:solidFill>
                  <a:schemeClr val="dk1"/>
                </a:solidFill>
              </a:rPr>
              <a:t>Process telemetry using </a:t>
            </a:r>
            <a:r>
              <a:rPr b="1" lang="en-GB" sz="1100">
                <a:solidFill>
                  <a:schemeClr val="dk1"/>
                </a:solidFill>
              </a:rPr>
              <a:t>Queue and Circular Queue</a:t>
            </a:r>
            <a:r>
              <a:rPr lang="en-GB" sz="1100">
                <a:solidFill>
                  <a:schemeClr val="dk1"/>
                </a:solidFill>
              </a:rPr>
              <a:t>, apply </a:t>
            </a:r>
            <a:r>
              <a:rPr b="1" lang="en-GB" sz="1100">
                <a:solidFill>
                  <a:schemeClr val="dk1"/>
                </a:solidFill>
              </a:rPr>
              <a:t>Logistic Regression</a:t>
            </a:r>
            <a:r>
              <a:rPr lang="en-GB" sz="1100">
                <a:solidFill>
                  <a:schemeClr val="dk1"/>
                </a:solidFill>
              </a:rPr>
              <a:t> for risk assessment, and use a </a:t>
            </a:r>
            <a:r>
              <a:rPr b="1" lang="en-GB" sz="1100">
                <a:solidFill>
                  <a:schemeClr val="dk1"/>
                </a:solidFill>
              </a:rPr>
              <a:t>Priority Queue</a:t>
            </a:r>
            <a:r>
              <a:rPr lang="en-GB" sz="1100">
                <a:solidFill>
                  <a:schemeClr val="dk1"/>
                </a:solidFill>
              </a:rPr>
              <a:t> to rank threats. </a:t>
            </a:r>
            <a:endParaRPr sz="1700">
              <a:latin typeface="Arial"/>
              <a:ea typeface="Arial"/>
              <a:cs typeface="Arial"/>
              <a:sym typeface="Arial"/>
            </a:endParaRPr>
          </a:p>
          <a:p>
            <a:pPr indent="-273050" lvl="0" marL="457200" rtl="0" algn="l">
              <a:lnSpc>
                <a:spcPct val="100000"/>
              </a:lnSpc>
              <a:spcBef>
                <a:spcPts val="500"/>
              </a:spcBef>
              <a:spcAft>
                <a:spcPts val="0"/>
              </a:spcAft>
              <a:buClr>
                <a:srgbClr val="133768"/>
              </a:buClr>
              <a:buSzPts val="1700"/>
              <a:buFont typeface="Tahoma"/>
              <a:buAutoNum type="arabicPeriod"/>
            </a:pPr>
            <a:r>
              <a:rPr i="1" lang="en-GB" sz="1700">
                <a:solidFill>
                  <a:srgbClr val="595959"/>
                </a:solidFill>
                <a:latin typeface="Arial"/>
                <a:ea typeface="Arial"/>
                <a:cs typeface="Arial"/>
                <a:sym typeface="Arial"/>
              </a:rPr>
              <a:t>System L</a:t>
            </a:r>
            <a:r>
              <a:rPr i="1" lang="en-GB" sz="1700">
                <a:solidFill>
                  <a:srgbClr val="595959"/>
                </a:solidFill>
                <a:latin typeface="Arial"/>
                <a:ea typeface="Arial"/>
                <a:cs typeface="Arial"/>
                <a:sym typeface="Arial"/>
              </a:rPr>
              <a:t>ogic</a:t>
            </a:r>
            <a:r>
              <a:rPr i="1" lang="en-GB" sz="1700">
                <a:solidFill>
                  <a:srgbClr val="595959"/>
                </a:solidFill>
                <a:latin typeface="Arial"/>
                <a:ea typeface="Arial"/>
                <a:cs typeface="Arial"/>
                <a:sym typeface="Arial"/>
              </a:rPr>
              <a:t>-</a:t>
            </a:r>
            <a:r>
              <a:rPr b="1" lang="en-GB" sz="1100">
                <a:solidFill>
                  <a:schemeClr val="dk1"/>
                </a:solidFill>
              </a:rPr>
              <a:t>Identify the highest-risk threat, evaluate Chemical, Ion, and Cold-Gas thrusters, and check ΔV, thrust,Burn time,and fuel before selecting a feasible maneuver.</a:t>
            </a:r>
            <a:endParaRPr sz="1700">
              <a:latin typeface="Arial"/>
              <a:ea typeface="Arial"/>
              <a:cs typeface="Arial"/>
              <a:sym typeface="Arial"/>
            </a:endParaRPr>
          </a:p>
          <a:p>
            <a:pPr indent="-273050" lvl="0" marL="457200" rtl="0" algn="l">
              <a:lnSpc>
                <a:spcPct val="100000"/>
              </a:lnSpc>
              <a:spcBef>
                <a:spcPts val="500"/>
              </a:spcBef>
              <a:spcAft>
                <a:spcPts val="0"/>
              </a:spcAft>
              <a:buClr>
                <a:srgbClr val="133768"/>
              </a:buClr>
              <a:buSzPts val="1700"/>
              <a:buFont typeface="Tahoma"/>
              <a:buAutoNum type="arabicPeriod"/>
            </a:pPr>
            <a:r>
              <a:rPr i="1" lang="en-GB" sz="1700">
                <a:solidFill>
                  <a:srgbClr val="595959"/>
                </a:solidFill>
                <a:latin typeface="Arial"/>
                <a:ea typeface="Arial"/>
                <a:cs typeface="Arial"/>
                <a:sym typeface="Arial"/>
              </a:rPr>
              <a:t>Database-</a:t>
            </a:r>
            <a:r>
              <a:rPr b="1" lang="en-GB" sz="1000">
                <a:solidFill>
                  <a:schemeClr val="dk1"/>
                </a:solidFill>
              </a:rPr>
              <a:t>C structures store incoming telemetry records; Queue and Circular Queue manage telemetry, Priority Queue prioritizes threats, Array stores thruster information, Stack tracks recent maneuvers, and Linked List maintains complete maneuver </a:t>
            </a:r>
            <a:r>
              <a:rPr b="1" lang="en-GB" sz="1000">
                <a:solidFill>
                  <a:schemeClr val="dk1"/>
                </a:solidFill>
              </a:rPr>
              <a:t>history and</a:t>
            </a:r>
            <a:r>
              <a:rPr b="1" lang="en-GB" sz="1000">
                <a:solidFill>
                  <a:schemeClr val="dk1"/>
                </a:solidFill>
              </a:rPr>
              <a:t> a log file for system activities. </a:t>
            </a:r>
            <a:endParaRPr b="1" sz="1000">
              <a:solidFill>
                <a:schemeClr val="dk1"/>
              </a:solidFill>
            </a:endParaRPr>
          </a:p>
          <a:p>
            <a:pPr indent="-273050" lvl="0" marL="457200" rtl="0" algn="l">
              <a:lnSpc>
                <a:spcPct val="100000"/>
              </a:lnSpc>
              <a:spcBef>
                <a:spcPts val="500"/>
              </a:spcBef>
              <a:spcAft>
                <a:spcPts val="0"/>
              </a:spcAft>
              <a:buClr>
                <a:srgbClr val="133768"/>
              </a:buClr>
              <a:buSzPts val="1700"/>
              <a:buFont typeface="Tahoma"/>
              <a:buAutoNum type="arabicPeriod"/>
            </a:pPr>
            <a:r>
              <a:rPr i="1" lang="en-GB" sz="1700">
                <a:solidFill>
                  <a:srgbClr val="595959"/>
                </a:solidFill>
                <a:latin typeface="Arial"/>
                <a:ea typeface="Arial"/>
                <a:cs typeface="Arial"/>
                <a:sym typeface="Arial"/>
              </a:rPr>
              <a:t>Output -</a:t>
            </a:r>
            <a:r>
              <a:rPr b="1" lang="en-GB" sz="1000">
                <a:solidFill>
                  <a:schemeClr val="dk1"/>
                </a:solidFill>
              </a:rPr>
              <a:t>Display the predicted risk level, threat priority, selected thruster, fuel status, burn duration, and final maneuver decision</a:t>
            </a:r>
            <a:r>
              <a:rPr i="1" lang="en-GB" sz="1700">
                <a:solidFill>
                  <a:srgbClr val="595959"/>
                </a:solidFill>
                <a:latin typeface="Arial"/>
                <a:ea typeface="Arial"/>
                <a:cs typeface="Arial"/>
                <a:sym typeface="Arial"/>
              </a:rPr>
              <a:t>. </a:t>
            </a:r>
            <a:endParaRPr sz="1700">
              <a:latin typeface="Arial"/>
              <a:ea typeface="Arial"/>
              <a:cs typeface="Arial"/>
              <a:sym typeface="Arial"/>
            </a:endParaRPr>
          </a:p>
        </p:txBody>
      </p:sp>
      <p:sp>
        <p:nvSpPr>
          <p:cNvPr id="160" name="Google Shape;160;p23"/>
          <p:cNvSpPr txBox="1"/>
          <p:nvPr>
            <p:ph idx="11" type="ftr"/>
          </p:nvPr>
        </p:nvSpPr>
        <p:spPr>
          <a:xfrm>
            <a:off x="338275" y="4967025"/>
            <a:ext cx="55386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161" name="Google Shape;161;p23"/>
          <p:cNvSpPr txBox="1"/>
          <p:nvPr>
            <p:ph idx="12" type="sldNum"/>
          </p:nvPr>
        </p:nvSpPr>
        <p:spPr>
          <a:xfrm>
            <a:off x="8623827" y="4967031"/>
            <a:ext cx="360600" cy="153900"/>
          </a:xfrm>
          <a:prstGeom prst="rect">
            <a:avLst/>
          </a:prstGeom>
          <a:noFill/>
          <a:ln>
            <a:noFill/>
          </a:ln>
        </p:spPr>
        <p:txBody>
          <a:bodyPr anchorCtr="0" anchor="t" bIns="0" lIns="0" spcFirstLastPara="1" rIns="0" wrap="square" tIns="0">
            <a:spAutoFit/>
          </a:bodyPr>
          <a:lstStyle/>
          <a:p>
            <a:pPr indent="0" lvl="0" marL="25400" rtl="0" algn="l">
              <a:spcBef>
                <a:spcPts val="0"/>
              </a:spcBef>
              <a:spcAft>
                <a:spcPts val="0"/>
              </a:spcAft>
              <a:buClr>
                <a:srgbClr val="000000"/>
              </a:buClr>
              <a:buFont typeface="Arial"/>
              <a:buNone/>
            </a:pPr>
            <a:fld id="{00000000-1234-1234-1234-123412341234}" type="slidenum">
              <a:rPr lang="en-GB"/>
              <a:t>‹#›</a:t>
            </a:fld>
            <a:r>
              <a:rPr lang="en-GB"/>
              <a:t>/10</a:t>
            </a:r>
            <a:endParaRPr/>
          </a:p>
        </p:txBody>
      </p:sp>
      <p:sp>
        <p:nvSpPr>
          <p:cNvPr id="162" name="Google Shape;162;p23"/>
          <p:cNvSpPr txBox="1"/>
          <p:nvPr/>
        </p:nvSpPr>
        <p:spPr>
          <a:xfrm>
            <a:off x="5876875" y="965050"/>
            <a:ext cx="3107700" cy="32874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87575">
            <a:spAutoFit/>
          </a:bodyPr>
          <a:lstStyle/>
          <a:p>
            <a:pPr indent="0" lvl="0" marL="63500" rtl="0" algn="l">
              <a:lnSpc>
                <a:spcPct val="100000"/>
              </a:lnSpc>
              <a:spcBef>
                <a:spcPts val="0"/>
              </a:spcBef>
              <a:spcAft>
                <a:spcPts val="0"/>
              </a:spcAft>
              <a:buNone/>
            </a:pPr>
            <a:r>
              <a:rPr b="1" lang="en-GB" sz="1700">
                <a:solidFill>
                  <a:srgbClr val="133768"/>
                </a:solidFill>
                <a:latin typeface="Tahoma"/>
                <a:ea typeface="Tahoma"/>
                <a:cs typeface="Tahoma"/>
                <a:sym typeface="Tahoma"/>
              </a:rPr>
              <a:t>Key Features</a:t>
            </a:r>
            <a:endParaRPr sz="1700">
              <a:latin typeface="Tahoma"/>
              <a:ea typeface="Tahoma"/>
              <a:cs typeface="Tahoma"/>
              <a:sym typeface="Tahoma"/>
            </a:endParaRPr>
          </a:p>
          <a:p>
            <a:pPr indent="-273050" lvl="0" marL="495300" rtl="0" algn="l">
              <a:lnSpc>
                <a:spcPct val="100000"/>
              </a:lnSpc>
              <a:spcBef>
                <a:spcPts val="500"/>
              </a:spcBef>
              <a:spcAft>
                <a:spcPts val="0"/>
              </a:spcAft>
              <a:buClr>
                <a:srgbClr val="133768"/>
              </a:buClr>
              <a:buSzPts val="1700"/>
              <a:buFont typeface="Lucida Sans"/>
              <a:buChar char="►"/>
            </a:pPr>
            <a:r>
              <a:rPr i="1" lang="en-GB" sz="1700">
                <a:solidFill>
                  <a:srgbClr val="595959"/>
                </a:solidFill>
              </a:rPr>
              <a:t>ML-based multi-factor risk assessment </a:t>
            </a:r>
            <a:endParaRPr sz="1700">
              <a:latin typeface="Arial"/>
              <a:ea typeface="Arial"/>
              <a:cs typeface="Arial"/>
              <a:sym typeface="Arial"/>
            </a:endParaRPr>
          </a:p>
          <a:p>
            <a:pPr indent="-273050" lvl="0" marL="495300" rtl="0" algn="l">
              <a:lnSpc>
                <a:spcPct val="100000"/>
              </a:lnSpc>
              <a:spcBef>
                <a:spcPts val="500"/>
              </a:spcBef>
              <a:spcAft>
                <a:spcPts val="0"/>
              </a:spcAft>
              <a:buClr>
                <a:srgbClr val="133768"/>
              </a:buClr>
              <a:buSzPts val="1700"/>
              <a:buFont typeface="Lucida Sans"/>
              <a:buChar char="►"/>
            </a:pPr>
            <a:r>
              <a:rPr i="1" lang="en-GB" sz="1700">
                <a:solidFill>
                  <a:srgbClr val="595959"/>
                </a:solidFill>
              </a:rPr>
              <a:t>Risk-based threat prioritization </a:t>
            </a:r>
            <a:endParaRPr sz="1700">
              <a:latin typeface="Arial"/>
              <a:ea typeface="Arial"/>
              <a:cs typeface="Arial"/>
              <a:sym typeface="Arial"/>
            </a:endParaRPr>
          </a:p>
          <a:p>
            <a:pPr indent="-273050" lvl="0" marL="495300" rtl="0" algn="l">
              <a:lnSpc>
                <a:spcPct val="100000"/>
              </a:lnSpc>
              <a:spcBef>
                <a:spcPts val="500"/>
              </a:spcBef>
              <a:spcAft>
                <a:spcPts val="0"/>
              </a:spcAft>
              <a:buClr>
                <a:srgbClr val="133768"/>
              </a:buClr>
              <a:buSzPts val="1700"/>
              <a:buFont typeface="Lucida Sans"/>
              <a:buChar char="►"/>
            </a:pPr>
            <a:r>
              <a:rPr i="1" lang="en-GB" sz="1700">
                <a:solidFill>
                  <a:srgbClr val="595959"/>
                </a:solidFill>
              </a:rPr>
              <a:t>Autonomous thruster selection </a:t>
            </a:r>
            <a:endParaRPr sz="1700">
              <a:latin typeface="Arial"/>
              <a:ea typeface="Arial"/>
              <a:cs typeface="Arial"/>
              <a:sym typeface="Arial"/>
            </a:endParaRPr>
          </a:p>
          <a:p>
            <a:pPr indent="-273050" lvl="0" marL="495300" rtl="0" algn="l">
              <a:lnSpc>
                <a:spcPct val="100000"/>
              </a:lnSpc>
              <a:spcBef>
                <a:spcPts val="500"/>
              </a:spcBef>
              <a:spcAft>
                <a:spcPts val="0"/>
              </a:spcAft>
              <a:buClr>
                <a:srgbClr val="133768"/>
              </a:buClr>
              <a:buSzPts val="1700"/>
              <a:buFont typeface="Lucida Sans"/>
              <a:buChar char="►"/>
            </a:pPr>
            <a:r>
              <a:rPr i="1" lang="en-GB" sz="1700">
                <a:solidFill>
                  <a:srgbClr val="595959"/>
                </a:solidFill>
              </a:rPr>
              <a:t>Fuel &amp; burn-time feasibility checks </a:t>
            </a:r>
            <a:endParaRPr sz="1700">
              <a:latin typeface="Arial"/>
              <a:ea typeface="Arial"/>
              <a:cs typeface="Arial"/>
              <a:sym typeface="Arial"/>
            </a:endParaRPr>
          </a:p>
          <a:p>
            <a:pPr indent="-273050" lvl="0" marL="495300" rtl="0" algn="l">
              <a:lnSpc>
                <a:spcPct val="100000"/>
              </a:lnSpc>
              <a:spcBef>
                <a:spcPts val="500"/>
              </a:spcBef>
              <a:spcAft>
                <a:spcPts val="0"/>
              </a:spcAft>
              <a:buClr>
                <a:srgbClr val="133768"/>
              </a:buClr>
              <a:buSzPts val="1700"/>
              <a:buFont typeface="Lucida Sans"/>
              <a:buChar char="►"/>
            </a:pPr>
            <a:r>
              <a:rPr i="1" lang="en-GB" sz="1700">
                <a:solidFill>
                  <a:srgbClr val="595959"/>
                </a:solidFill>
              </a:rPr>
              <a:t>Maneuver history and logging </a:t>
            </a:r>
            <a:endParaRPr i="1" sz="1700">
              <a:solidFill>
                <a:srgbClr val="595959"/>
              </a:solidFill>
            </a:endParaRPr>
          </a:p>
        </p:txBody>
      </p:sp>
      <p:sp>
        <p:nvSpPr>
          <p:cNvPr id="163" name="Google Shape;163;p23"/>
          <p:cNvSpPr txBox="1"/>
          <p:nvPr/>
        </p:nvSpPr>
        <p:spPr>
          <a:xfrm>
            <a:off x="338275" y="4496375"/>
            <a:ext cx="8571900" cy="383400"/>
          </a:xfrm>
          <a:prstGeom prst="rect">
            <a:avLst/>
          </a:prstGeom>
          <a:noFill/>
          <a:ln>
            <a:noFill/>
          </a:ln>
        </p:spPr>
        <p:txBody>
          <a:bodyPr anchorCtr="0" anchor="t" bIns="0" lIns="0" spcFirstLastPara="1" rIns="0" wrap="square" tIns="19100">
            <a:spAutoFit/>
          </a:bodyPr>
          <a:lstStyle/>
          <a:p>
            <a:pPr indent="0" lvl="0" marL="0" rtl="0" algn="l">
              <a:lnSpc>
                <a:spcPct val="115000"/>
              </a:lnSpc>
              <a:spcBef>
                <a:spcPts val="1200"/>
              </a:spcBef>
              <a:spcAft>
                <a:spcPts val="1200"/>
              </a:spcAft>
              <a:buSzPts val="1100"/>
              <a:buNone/>
            </a:pPr>
            <a:r>
              <a:rPr lang="en-GB" sz="1100">
                <a:solidFill>
                  <a:schemeClr val="dk1"/>
                </a:solidFill>
              </a:rPr>
              <a:t>The system uses </a:t>
            </a:r>
            <a:r>
              <a:rPr b="1" lang="en-GB" sz="1100">
                <a:solidFill>
                  <a:schemeClr val="dk1"/>
                </a:solidFill>
              </a:rPr>
              <a:t>ML and custom Data Structures</a:t>
            </a:r>
            <a:r>
              <a:rPr lang="en-GB" sz="1100">
                <a:solidFill>
                  <a:schemeClr val="dk1"/>
                </a:solidFill>
              </a:rPr>
              <a:t> to accurately assess and prioritize collision threats.</a:t>
            </a:r>
            <a:r>
              <a:rPr b="1" lang="en-GB" sz="1100">
                <a:solidFill>
                  <a:schemeClr val="dk1"/>
                </a:solidFill>
              </a:rPr>
              <a:t>OOP-based thruster selection with fuel and time checks</a:t>
            </a:r>
            <a:r>
              <a:rPr lang="en-GB" sz="1100">
                <a:solidFill>
                  <a:schemeClr val="dk1"/>
                </a:solidFill>
              </a:rPr>
              <a:t> ensures feasible and safe avoidance maneuvers.</a:t>
            </a:r>
            <a:endParaRPr sz="1300">
              <a:solidFill>
                <a:srgbClr val="595959"/>
              </a:solidFill>
            </a:endParaRPr>
          </a:p>
        </p:txBody>
      </p:sp>
      <p:sp>
        <p:nvSpPr>
          <p:cNvPr id="164" name="Google Shape;164;p23"/>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165" name="Google Shape;165;p23" title="graphicera_logo.png"/>
          <p:cNvPicPr preferRelativeResize="0"/>
          <p:nvPr/>
        </p:nvPicPr>
        <p:blipFill>
          <a:blip r:embed="rId3">
            <a:alphaModFix/>
          </a:blip>
          <a:stretch>
            <a:fillRect/>
          </a:stretch>
        </p:blipFill>
        <p:spPr>
          <a:xfrm>
            <a:off x="8415622" y="84522"/>
            <a:ext cx="636600" cy="636600"/>
          </a:xfrm>
          <a:prstGeom prst="rect">
            <a:avLst/>
          </a:prstGeom>
          <a:noFill/>
          <a:ln>
            <a:noFill/>
          </a:ln>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descr="$PPTXTitle" id="170" name="Google Shape;170;p24"/>
          <p:cNvSpPr txBox="1"/>
          <p:nvPr>
            <p:ph type="title"/>
          </p:nvPr>
        </p:nvSpPr>
        <p:spPr>
          <a:xfrm>
            <a:off x="400025" y="174920"/>
            <a:ext cx="72621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Integration of PBL Course Concepts</a:t>
            </a:r>
            <a:endParaRPr/>
          </a:p>
        </p:txBody>
      </p:sp>
      <p:sp>
        <p:nvSpPr>
          <p:cNvPr id="171" name="Google Shape;171;p24"/>
          <p:cNvSpPr/>
          <p:nvPr/>
        </p:nvSpPr>
        <p:spPr>
          <a:xfrm>
            <a:off x="400028" y="644144"/>
            <a:ext cx="7988392"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aphicFrame>
        <p:nvGraphicFramePr>
          <p:cNvPr id="172" name="Google Shape;172;p24"/>
          <p:cNvGraphicFramePr/>
          <p:nvPr/>
        </p:nvGraphicFramePr>
        <p:xfrm>
          <a:off x="313304" y="821262"/>
          <a:ext cx="3000000" cy="3000000"/>
        </p:xfrm>
        <a:graphic>
          <a:graphicData uri="http://schemas.openxmlformats.org/drawingml/2006/table">
            <a:tbl>
              <a:tblPr bandRow="1" firstRow="1">
                <a:noFill/>
                <a:tableStyleId>{1C42A646-F156-4715-B374-99A624F511C5}</a:tableStyleId>
              </a:tblPr>
              <a:tblGrid>
                <a:gridCol w="2075925"/>
                <a:gridCol w="4259800"/>
                <a:gridCol w="2181650"/>
              </a:tblGrid>
              <a:tr h="301375">
                <a:tc>
                  <a:txBody>
                    <a:bodyPr/>
                    <a:lstStyle/>
                    <a:p>
                      <a:pPr indent="0" lvl="0" marL="0" marR="0" rtl="0" algn="l">
                        <a:lnSpc>
                          <a:spcPct val="100000"/>
                        </a:lnSpc>
                        <a:spcBef>
                          <a:spcPts val="0"/>
                        </a:spcBef>
                        <a:spcAft>
                          <a:spcPts val="0"/>
                        </a:spcAft>
                        <a:buNone/>
                      </a:pPr>
                      <a:r>
                        <a:rPr b="1" lang="en-GB" sz="1300" u="none" cap="none" strike="noStrike">
                          <a:latin typeface="Tahoma"/>
                          <a:ea typeface="Tahoma"/>
                          <a:cs typeface="Tahoma"/>
                          <a:sym typeface="Tahoma"/>
                        </a:rPr>
                        <a:t>Course</a:t>
                      </a:r>
                      <a:endParaRPr sz="1300" u="none" cap="none" strike="noStrike">
                        <a:latin typeface="Tahoma"/>
                        <a:ea typeface="Tahoma"/>
                        <a:cs typeface="Tahoma"/>
                        <a:sym typeface="Tahoma"/>
                      </a:endParaRPr>
                    </a:p>
                  </a:txBody>
                  <a:tcPr marT="77525" marB="0" marR="0" marL="0">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03200" marR="0" rtl="0" algn="l">
                        <a:lnSpc>
                          <a:spcPct val="100000"/>
                        </a:lnSpc>
                        <a:spcBef>
                          <a:spcPts val="0"/>
                        </a:spcBef>
                        <a:spcAft>
                          <a:spcPts val="0"/>
                        </a:spcAft>
                        <a:buNone/>
                      </a:pPr>
                      <a:r>
                        <a:rPr lang="en-GB" sz="1300" u="none" cap="none" strike="noStrike">
                          <a:latin typeface="Arial"/>
                          <a:ea typeface="Arial"/>
                          <a:cs typeface="Arial"/>
                          <a:sym typeface="Arial"/>
                        </a:rPr>
                        <a:t>Concepts Applied</a:t>
                      </a:r>
                      <a:endParaRPr sz="1300" u="none" cap="none" strike="noStrike">
                        <a:latin typeface="Arial"/>
                        <a:ea typeface="Arial"/>
                        <a:cs typeface="Arial"/>
                        <a:sym typeface="Arial"/>
                      </a:endParaRPr>
                    </a:p>
                  </a:txBody>
                  <a:tcPr marT="77525" marB="0" marR="0" marL="0">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0" marR="0" rtl="0" algn="l">
                        <a:lnSpc>
                          <a:spcPct val="100000"/>
                        </a:lnSpc>
                        <a:spcBef>
                          <a:spcPts val="0"/>
                        </a:spcBef>
                        <a:spcAft>
                          <a:spcPts val="0"/>
                        </a:spcAft>
                        <a:buNone/>
                      </a:pPr>
                      <a:r>
                        <a:rPr lang="en-GB" sz="1300" u="none" cap="none" strike="noStrike">
                          <a:latin typeface="Arial"/>
                          <a:ea typeface="Arial"/>
                          <a:cs typeface="Arial"/>
                          <a:sym typeface="Arial"/>
                        </a:rPr>
                        <a:t>Project Module</a:t>
                      </a:r>
                      <a:endParaRPr sz="1300" u="none" cap="none" strike="noStrike">
                        <a:latin typeface="Arial"/>
                        <a:ea typeface="Arial"/>
                        <a:cs typeface="Arial"/>
                        <a:sym typeface="Arial"/>
                      </a:endParaRPr>
                    </a:p>
                  </a:txBody>
                  <a:tcPr marT="77525" marB="0" marR="0" marL="0">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575">
                <a:tc>
                  <a:txBody>
                    <a:bodyPr/>
                    <a:lstStyle/>
                    <a:p>
                      <a:pPr indent="0" lvl="0" marL="0" marR="0" rtl="0" algn="l">
                        <a:lnSpc>
                          <a:spcPct val="100000"/>
                        </a:lnSpc>
                        <a:spcBef>
                          <a:spcPts val="0"/>
                        </a:spcBef>
                        <a:spcAft>
                          <a:spcPts val="0"/>
                        </a:spcAft>
                        <a:buNone/>
                      </a:pPr>
                      <a:r>
                        <a:rPr b="1" lang="en-GB" sz="1300" u="none" cap="none" strike="noStrike">
                          <a:latin typeface="Tahoma"/>
                          <a:ea typeface="Tahoma"/>
                          <a:cs typeface="Tahoma"/>
                          <a:sym typeface="Tahoma"/>
                        </a:rPr>
                        <a:t>Data Structures in C</a:t>
                      </a:r>
                      <a:endParaRPr sz="1300" u="none" cap="none" strike="noStrike">
                        <a:latin typeface="Tahoma"/>
                        <a:ea typeface="Tahoma"/>
                        <a:cs typeface="Tahoma"/>
                        <a:sym typeface="Tahoma"/>
                      </a:endParaRPr>
                    </a:p>
                  </a:txBody>
                  <a:tcPr marT="74500" marB="0" marR="0" marL="0">
                    <a:lnT cap="flat" cmpd="sng" w="9525">
                      <a:solidFill>
                        <a:srgbClr val="000000"/>
                      </a:solidFill>
                      <a:prstDash val="solid"/>
                      <a:round/>
                      <a:headEnd len="sm" w="sm" type="none"/>
                      <a:tailEnd len="sm" w="sm" type="none"/>
                    </a:lnT>
                  </a:tcPr>
                </a:tc>
                <a:tc>
                  <a:txBody>
                    <a:bodyPr/>
                    <a:lstStyle/>
                    <a:p>
                      <a:pPr indent="0" lvl="0" marL="203200" marR="0" rtl="0" algn="l">
                        <a:lnSpc>
                          <a:spcPct val="100000"/>
                        </a:lnSpc>
                        <a:spcBef>
                          <a:spcPts val="0"/>
                        </a:spcBef>
                        <a:spcAft>
                          <a:spcPts val="0"/>
                        </a:spcAft>
                        <a:buNone/>
                      </a:pPr>
                      <a:r>
                        <a:rPr i="1" lang="en-GB" sz="1300">
                          <a:solidFill>
                            <a:srgbClr val="595959"/>
                          </a:solidFill>
                          <a:latin typeface="Arial"/>
                          <a:ea typeface="Arial"/>
                          <a:cs typeface="Arial"/>
                          <a:sym typeface="Arial"/>
                        </a:rPr>
                        <a:t>Structures, Arrays, Queue, Circular Queue, Priority Queue, Stack, Linked List </a:t>
                      </a:r>
                      <a:r>
                        <a:rPr i="1" lang="en-GB" sz="1300" u="none" cap="none" strike="noStrike">
                          <a:solidFill>
                            <a:srgbClr val="595959"/>
                          </a:solidFill>
                          <a:latin typeface="Arial"/>
                          <a:ea typeface="Arial"/>
                          <a:cs typeface="Arial"/>
                          <a:sym typeface="Arial"/>
                        </a:rPr>
                        <a:t>.</a:t>
                      </a:r>
                      <a:endParaRPr sz="1300" u="none" cap="none" strike="noStrike">
                        <a:latin typeface="Arial"/>
                        <a:ea typeface="Arial"/>
                        <a:cs typeface="Arial"/>
                        <a:sym typeface="Arial"/>
                      </a:endParaRPr>
                    </a:p>
                  </a:txBody>
                  <a:tcPr marT="74500" marB="0" marR="0" marL="0">
                    <a:lnT cap="flat" cmpd="sng" w="9525">
                      <a:solidFill>
                        <a:srgbClr val="000000"/>
                      </a:solidFill>
                      <a:prstDash val="solid"/>
                      <a:round/>
                      <a:headEnd len="sm" w="sm" type="none"/>
                      <a:tailEnd len="sm" w="sm" type="none"/>
                    </a:lnT>
                  </a:tcPr>
                </a:tc>
                <a:tc>
                  <a:txBody>
                    <a:bodyPr/>
                    <a:lstStyle/>
                    <a:p>
                      <a:pPr indent="0" lvl="0" marL="241300" marR="0" rtl="0" algn="l">
                        <a:lnSpc>
                          <a:spcPct val="100000"/>
                        </a:lnSpc>
                        <a:spcBef>
                          <a:spcPts val="0"/>
                        </a:spcBef>
                        <a:spcAft>
                          <a:spcPts val="0"/>
                        </a:spcAft>
                        <a:buNone/>
                      </a:pPr>
                      <a:r>
                        <a:rPr i="1" lang="en-GB" sz="1200">
                          <a:latin typeface="Arial"/>
                          <a:ea typeface="Arial"/>
                          <a:cs typeface="Arial"/>
                          <a:sym typeface="Arial"/>
                        </a:rPr>
                        <a:t>1.</a:t>
                      </a:r>
                      <a:r>
                        <a:rPr i="1" lang="en-GB" sz="1200">
                          <a:latin typeface="Arial"/>
                          <a:ea typeface="Arial"/>
                          <a:cs typeface="Arial"/>
                          <a:sym typeface="Arial"/>
                        </a:rPr>
                        <a:t>Orbital Telemetry Management</a:t>
                      </a:r>
                      <a:endParaRPr i="1" sz="1200">
                        <a:latin typeface="Arial"/>
                        <a:ea typeface="Arial"/>
                        <a:cs typeface="Arial"/>
                        <a:sym typeface="Arial"/>
                      </a:endParaRPr>
                    </a:p>
                    <a:p>
                      <a:pPr indent="0" lvl="0" marL="241300" rtl="0" algn="l">
                        <a:spcBef>
                          <a:spcPts val="0"/>
                        </a:spcBef>
                        <a:spcAft>
                          <a:spcPts val="0"/>
                        </a:spcAft>
                        <a:buClr>
                          <a:schemeClr val="dk1"/>
                        </a:buClr>
                        <a:buSzPts val="1100"/>
                        <a:buFont typeface="Arial"/>
                        <a:buNone/>
                      </a:pPr>
                      <a:r>
                        <a:rPr i="1" lang="en-GB" sz="1300">
                          <a:latin typeface="Arial"/>
                          <a:ea typeface="Arial"/>
                          <a:cs typeface="Arial"/>
                          <a:sym typeface="Arial"/>
                        </a:rPr>
                        <a:t>2.Threat Prioritization</a:t>
                      </a:r>
                      <a:endParaRPr i="1" sz="1300">
                        <a:latin typeface="Arial"/>
                        <a:ea typeface="Arial"/>
                        <a:cs typeface="Arial"/>
                        <a:sym typeface="Arial"/>
                      </a:endParaRPr>
                    </a:p>
                    <a:p>
                      <a:pPr indent="0" lvl="0" marL="241300" rtl="0" algn="l">
                        <a:spcBef>
                          <a:spcPts val="0"/>
                        </a:spcBef>
                        <a:spcAft>
                          <a:spcPts val="0"/>
                        </a:spcAft>
                        <a:buClr>
                          <a:schemeClr val="dk1"/>
                        </a:buClr>
                        <a:buSzPts val="1100"/>
                        <a:buFont typeface="Arial"/>
                        <a:buNone/>
                      </a:pPr>
                      <a:r>
                        <a:rPr i="1" lang="en-GB" sz="1300">
                          <a:latin typeface="Arial"/>
                          <a:ea typeface="Arial"/>
                          <a:cs typeface="Arial"/>
                          <a:sym typeface="Arial"/>
                        </a:rPr>
                        <a:t>3.Maneuver History Management</a:t>
                      </a:r>
                      <a:endParaRPr i="1" sz="1300">
                        <a:latin typeface="Arial"/>
                        <a:ea typeface="Arial"/>
                        <a:cs typeface="Arial"/>
                        <a:sym typeface="Arial"/>
                      </a:endParaRPr>
                    </a:p>
                    <a:p>
                      <a:pPr indent="0" lvl="0" marL="241300" marR="0" rtl="0" algn="l">
                        <a:lnSpc>
                          <a:spcPct val="100000"/>
                        </a:lnSpc>
                        <a:spcBef>
                          <a:spcPts val="0"/>
                        </a:spcBef>
                        <a:spcAft>
                          <a:spcPts val="0"/>
                        </a:spcAft>
                        <a:buNone/>
                      </a:pPr>
                      <a:r>
                        <a:t/>
                      </a:r>
                      <a:endParaRPr i="1" sz="1300">
                        <a:solidFill>
                          <a:srgbClr val="595959"/>
                        </a:solidFill>
                        <a:latin typeface="Arial"/>
                        <a:ea typeface="Arial"/>
                        <a:cs typeface="Arial"/>
                        <a:sym typeface="Arial"/>
                      </a:endParaRPr>
                    </a:p>
                  </a:txBody>
                  <a:tcPr marT="74500" marB="0" marR="0" marL="0">
                    <a:lnT cap="flat" cmpd="sng" w="9525">
                      <a:solidFill>
                        <a:srgbClr val="000000"/>
                      </a:solidFill>
                      <a:prstDash val="solid"/>
                      <a:round/>
                      <a:headEnd len="sm" w="sm" type="none"/>
                      <a:tailEnd len="sm" w="sm" type="none"/>
                    </a:lnT>
                  </a:tcPr>
                </a:tc>
              </a:tr>
              <a:tr h="100000">
                <a:tc>
                  <a:txBody>
                    <a:bodyPr/>
                    <a:lstStyle/>
                    <a:p>
                      <a:pPr indent="0" lvl="0" marL="0" marR="0" rtl="0" algn="l">
                        <a:lnSpc>
                          <a:spcPct val="100000"/>
                        </a:lnSpc>
                        <a:spcBef>
                          <a:spcPts val="0"/>
                        </a:spcBef>
                        <a:spcAft>
                          <a:spcPts val="0"/>
                        </a:spcAft>
                        <a:buNone/>
                      </a:pPr>
                      <a:r>
                        <a:t/>
                      </a:r>
                      <a:endParaRPr sz="1300" u="none" cap="none" strike="noStrike">
                        <a:latin typeface="Tahoma"/>
                        <a:ea typeface="Tahoma"/>
                        <a:cs typeface="Tahoma"/>
                        <a:sym typeface="Tahoma"/>
                      </a:endParaRPr>
                    </a:p>
                  </a:txBody>
                  <a:tcPr marT="0" marB="0" marR="0" marL="0">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300" u="none" cap="none" strike="noStrike">
                        <a:latin typeface="Arial"/>
                        <a:ea typeface="Arial"/>
                        <a:cs typeface="Arial"/>
                        <a:sym typeface="Arial"/>
                      </a:endParaRPr>
                    </a:p>
                  </a:txBody>
                  <a:tcPr marT="0" marB="0" marR="0" marL="0">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300" u="none" cap="none" strike="noStrike">
                        <a:latin typeface="Arial"/>
                        <a:ea typeface="Arial"/>
                        <a:cs typeface="Arial"/>
                        <a:sym typeface="Arial"/>
                      </a:endParaRPr>
                    </a:p>
                  </a:txBody>
                  <a:tcPr marT="0" marB="0" marR="0" marL="0">
                    <a:lnB cap="flat" cmpd="sng" w="9525">
                      <a:solidFill>
                        <a:srgbClr val="000000"/>
                      </a:solidFill>
                      <a:prstDash val="solid"/>
                      <a:round/>
                      <a:headEnd len="sm" w="sm" type="none"/>
                      <a:tailEnd len="sm" w="sm" type="none"/>
                    </a:lnB>
                  </a:tcPr>
                </a:tc>
              </a:tr>
              <a:tr h="100000">
                <a:tc>
                  <a:txBody>
                    <a:bodyPr/>
                    <a:lstStyle/>
                    <a:p>
                      <a:pPr indent="0" lvl="0" marL="0" rtl="0" algn="l">
                        <a:spcBef>
                          <a:spcPts val="0"/>
                        </a:spcBef>
                        <a:spcAft>
                          <a:spcPts val="0"/>
                        </a:spcAft>
                        <a:buNone/>
                      </a:pPr>
                      <a:r>
                        <a:rPr b="1" lang="en-GB" sz="1300"/>
                        <a:t>OOPs with C++</a:t>
                      </a:r>
                      <a:endParaRPr b="1" sz="1300"/>
                    </a:p>
                  </a:txBody>
                  <a:tcPr marT="74500" marB="0" marR="0" marL="0">
                    <a:lnT cap="flat" cmpd="sng" w="9525">
                      <a:solidFill>
                        <a:srgbClr val="000000"/>
                      </a:solidFill>
                      <a:prstDash val="solid"/>
                      <a:round/>
                      <a:headEnd len="sm" w="sm" type="none"/>
                      <a:tailEnd len="sm" w="sm" type="none"/>
                    </a:lnT>
                  </a:tcPr>
                </a:tc>
                <a:tc>
                  <a:txBody>
                    <a:bodyPr/>
                    <a:lstStyle/>
                    <a:p>
                      <a:pPr indent="0" lvl="0" marL="203200" rtl="0" algn="l">
                        <a:spcBef>
                          <a:spcPts val="0"/>
                        </a:spcBef>
                        <a:spcAft>
                          <a:spcPts val="0"/>
                        </a:spcAft>
                        <a:buClr>
                          <a:schemeClr val="dk1"/>
                        </a:buClr>
                        <a:buFont typeface="Arial"/>
                        <a:buNone/>
                      </a:pPr>
                      <a:r>
                        <a:rPr i="1" lang="en-GB" sz="1300">
                          <a:solidFill>
                            <a:srgbClr val="595959"/>
                          </a:solidFill>
                          <a:latin typeface="Arial"/>
                          <a:ea typeface="Arial"/>
                          <a:cs typeface="Arial"/>
                          <a:sym typeface="Arial"/>
                        </a:rPr>
                        <a:t>Classes, Encapsulation, Abstraction, Inheritance, Polymorphism, Exception Handling </a:t>
                      </a:r>
                      <a:endParaRPr/>
                    </a:p>
                  </a:txBody>
                  <a:tcPr marT="74500" marB="0" marR="0" marL="0">
                    <a:lnT cap="flat" cmpd="sng" w="9525">
                      <a:solidFill>
                        <a:srgbClr val="000000"/>
                      </a:solidFill>
                      <a:prstDash val="solid"/>
                      <a:round/>
                      <a:headEnd len="sm" w="sm" type="none"/>
                      <a:tailEnd len="sm" w="sm" type="none"/>
                    </a:lnT>
                  </a:tcPr>
                </a:tc>
                <a:tc>
                  <a:txBody>
                    <a:bodyPr/>
                    <a:lstStyle/>
                    <a:p>
                      <a:pPr indent="0" lvl="0" marL="241300" rtl="0" algn="l">
                        <a:spcBef>
                          <a:spcPts val="0"/>
                        </a:spcBef>
                        <a:spcAft>
                          <a:spcPts val="0"/>
                        </a:spcAft>
                        <a:buClr>
                          <a:schemeClr val="dk1"/>
                        </a:buClr>
                        <a:buSzPts val="1100"/>
                        <a:buFont typeface="Arial"/>
                        <a:buNone/>
                      </a:pPr>
                      <a:r>
                        <a:rPr i="1" lang="en-GB" sz="1300">
                          <a:latin typeface="Arial"/>
                          <a:ea typeface="Arial"/>
                          <a:cs typeface="Arial"/>
                          <a:sym typeface="Arial"/>
                        </a:rPr>
                        <a:t>1.Thruster Engine Management</a:t>
                      </a:r>
                      <a:endParaRPr i="1" sz="1300">
                        <a:latin typeface="Arial"/>
                        <a:ea typeface="Arial"/>
                        <a:cs typeface="Arial"/>
                        <a:sym typeface="Arial"/>
                      </a:endParaRPr>
                    </a:p>
                    <a:p>
                      <a:pPr indent="0" lvl="0" marL="241300" rtl="0" algn="l">
                        <a:spcBef>
                          <a:spcPts val="0"/>
                        </a:spcBef>
                        <a:spcAft>
                          <a:spcPts val="0"/>
                        </a:spcAft>
                        <a:buClr>
                          <a:schemeClr val="dk1"/>
                        </a:buClr>
                        <a:buSzPts val="1100"/>
                        <a:buFont typeface="Arial"/>
                        <a:buNone/>
                      </a:pPr>
                      <a:r>
                        <a:rPr i="1" lang="en-GB" sz="1300">
                          <a:latin typeface="Arial"/>
                          <a:ea typeface="Arial"/>
                          <a:cs typeface="Arial"/>
                          <a:sym typeface="Arial"/>
                        </a:rPr>
                        <a:t>2.Autonomous Thruster Dispatch</a:t>
                      </a:r>
                      <a:endParaRPr i="1" sz="1300">
                        <a:latin typeface="Arial"/>
                        <a:ea typeface="Arial"/>
                        <a:cs typeface="Arial"/>
                        <a:sym typeface="Arial"/>
                      </a:endParaRPr>
                    </a:p>
                    <a:p>
                      <a:pPr indent="0" lvl="0" marL="241300" rtl="0" algn="l">
                        <a:spcBef>
                          <a:spcPts val="0"/>
                        </a:spcBef>
                        <a:spcAft>
                          <a:spcPts val="0"/>
                        </a:spcAft>
                        <a:buClr>
                          <a:schemeClr val="dk1"/>
                        </a:buClr>
                        <a:buSzPts val="1100"/>
                        <a:buFont typeface="Arial"/>
                        <a:buNone/>
                      </a:pPr>
                      <a:r>
                        <a:rPr i="1" lang="en-GB" sz="1300">
                          <a:latin typeface="Arial"/>
                          <a:ea typeface="Arial"/>
                          <a:cs typeface="Arial"/>
                          <a:sym typeface="Arial"/>
                        </a:rPr>
                        <a:t>3.Collision Avoidance Maneuver Control</a:t>
                      </a:r>
                      <a:endParaRPr i="1" sz="1300">
                        <a:latin typeface="Arial"/>
                        <a:ea typeface="Arial"/>
                        <a:cs typeface="Arial"/>
                        <a:sym typeface="Arial"/>
                      </a:endParaRPr>
                    </a:p>
                    <a:p>
                      <a:pPr indent="0" lvl="0" marL="241300" marR="0" rtl="0" algn="l">
                        <a:lnSpc>
                          <a:spcPct val="100000"/>
                        </a:lnSpc>
                        <a:spcBef>
                          <a:spcPts val="0"/>
                        </a:spcBef>
                        <a:spcAft>
                          <a:spcPts val="0"/>
                        </a:spcAft>
                        <a:buNone/>
                      </a:pPr>
                      <a:r>
                        <a:t/>
                      </a:r>
                      <a:endParaRPr i="1" sz="1300">
                        <a:solidFill>
                          <a:srgbClr val="595959"/>
                        </a:solidFill>
                        <a:latin typeface="Arial"/>
                        <a:ea typeface="Arial"/>
                        <a:cs typeface="Arial"/>
                        <a:sym typeface="Arial"/>
                      </a:endParaRPr>
                    </a:p>
                  </a:txBody>
                  <a:tcPr marT="74500" marB="0" marR="0" marL="0">
                    <a:lnT cap="flat" cmpd="sng" w="9525">
                      <a:solidFill>
                        <a:srgbClr val="000000"/>
                      </a:solidFill>
                      <a:prstDash val="solid"/>
                      <a:round/>
                      <a:headEnd len="sm" w="sm" type="none"/>
                      <a:tailEnd len="sm" w="sm" type="none"/>
                    </a:lnT>
                  </a:tcPr>
                </a:tc>
              </a:tr>
              <a:tr h="280825">
                <a:tc>
                  <a:txBody>
                    <a:bodyPr/>
                    <a:lstStyle/>
                    <a:p>
                      <a:pPr indent="0" lvl="0" marL="0" marR="0" rtl="0" algn="l">
                        <a:lnSpc>
                          <a:spcPct val="100000"/>
                        </a:lnSpc>
                        <a:spcBef>
                          <a:spcPts val="0"/>
                        </a:spcBef>
                        <a:spcAft>
                          <a:spcPts val="0"/>
                        </a:spcAft>
                        <a:buNone/>
                      </a:pPr>
                      <a:r>
                        <a:t/>
                      </a:r>
                      <a:endParaRPr sz="1300" u="none" cap="none" strike="noStrike">
                        <a:latin typeface="Tahoma"/>
                        <a:ea typeface="Tahoma"/>
                        <a:cs typeface="Tahoma"/>
                        <a:sym typeface="Tahoma"/>
                      </a:endParaRPr>
                    </a:p>
                  </a:txBody>
                  <a:tcPr marT="0" marB="0" marR="0" marL="0">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lnB cap="flat" cmpd="sng" w="12700">
                      <a:solidFill>
                        <a:srgbClr val="000000"/>
                      </a:solidFill>
                      <a:prstDash val="solid"/>
                      <a:round/>
                      <a:headEnd len="sm" w="sm" type="none"/>
                      <a:tailEnd len="sm" w="sm" type="none"/>
                    </a:lnB>
                  </a:tcPr>
                </a:tc>
                <a:tc>
                  <a:txBody>
                    <a:bodyPr/>
                    <a:lstStyle/>
                    <a:p>
                      <a:pPr indent="0" lvl="0" marL="241300" marR="0" rtl="0" algn="l">
                        <a:lnSpc>
                          <a:spcPct val="100000"/>
                        </a:lnSpc>
                        <a:spcBef>
                          <a:spcPts val="0"/>
                        </a:spcBef>
                        <a:spcAft>
                          <a:spcPts val="0"/>
                        </a:spcAft>
                        <a:buNone/>
                      </a:pPr>
                      <a:r>
                        <a:t/>
                      </a:r>
                      <a:endParaRPr sz="1300" u="none" cap="none" strike="noStrike">
                        <a:latin typeface="Arial"/>
                        <a:ea typeface="Arial"/>
                        <a:cs typeface="Arial"/>
                        <a:sym typeface="Arial"/>
                      </a:endParaRPr>
                    </a:p>
                  </a:txBody>
                  <a:tcPr marT="0" marB="0" marR="0" marL="0">
                    <a:lnB cap="flat" cmpd="sng" w="12700">
                      <a:solidFill>
                        <a:srgbClr val="000000"/>
                      </a:solidFill>
                      <a:prstDash val="solid"/>
                      <a:round/>
                      <a:headEnd len="sm" w="sm" type="none"/>
                      <a:tailEnd len="sm" w="sm" type="none"/>
                    </a:lnB>
                  </a:tcPr>
                </a:tc>
              </a:tr>
            </a:tbl>
          </a:graphicData>
        </a:graphic>
      </p:graphicFrame>
      <p:sp>
        <p:nvSpPr>
          <p:cNvPr id="173" name="Google Shape;173;p24"/>
          <p:cNvSpPr txBox="1"/>
          <p:nvPr>
            <p:ph idx="11" type="ftr"/>
          </p:nvPr>
        </p:nvSpPr>
        <p:spPr>
          <a:xfrm>
            <a:off x="269974" y="4971100"/>
            <a:ext cx="55071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174" name="Google Shape;174;p24"/>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175" name="Google Shape;175;p24"/>
          <p:cNvSpPr txBox="1"/>
          <p:nvPr/>
        </p:nvSpPr>
        <p:spPr>
          <a:xfrm>
            <a:off x="269987" y="4352501"/>
            <a:ext cx="8604000" cy="410400"/>
          </a:xfrm>
          <a:prstGeom prst="rect">
            <a:avLst/>
          </a:prstGeom>
          <a:solidFill>
            <a:srgbClr val="EDF3FA"/>
          </a:solidFill>
          <a:ln>
            <a:noFill/>
          </a:ln>
        </p:spPr>
        <p:txBody>
          <a:bodyPr anchorCtr="0" anchor="t" bIns="0" lIns="0" spcFirstLastPara="1" rIns="0" wrap="square" tIns="10075">
            <a:spAutoFit/>
          </a:bodyPr>
          <a:lstStyle/>
          <a:p>
            <a:pPr indent="0" lvl="0" marL="533400" rtl="0" algn="l">
              <a:lnSpc>
                <a:spcPct val="100000"/>
              </a:lnSpc>
              <a:spcBef>
                <a:spcPts val="0"/>
              </a:spcBef>
              <a:spcAft>
                <a:spcPts val="0"/>
              </a:spcAft>
              <a:buNone/>
            </a:pPr>
            <a:r>
              <a:rPr b="1" lang="en-GB" sz="1300">
                <a:latin typeface="Tahoma"/>
                <a:ea typeface="Tahoma"/>
                <a:cs typeface="Tahoma"/>
                <a:sym typeface="Tahoma"/>
              </a:rPr>
              <a:t>Re</a:t>
            </a:r>
            <a:r>
              <a:rPr b="1" lang="en-GB" sz="1300">
                <a:latin typeface="Tahoma"/>
                <a:ea typeface="Tahoma"/>
                <a:cs typeface="Tahoma"/>
                <a:sym typeface="Tahoma"/>
              </a:rPr>
              <a:t>quirement:Both subjects are integrated to manage orbital telemetry, prioritize collision threats, and select feasible thrusters for avoidance maneuvers. </a:t>
            </a:r>
            <a:endParaRPr sz="1300">
              <a:latin typeface="Arial"/>
              <a:ea typeface="Arial"/>
              <a:cs typeface="Arial"/>
              <a:sym typeface="Arial"/>
            </a:endParaRPr>
          </a:p>
        </p:txBody>
      </p:sp>
      <p:sp>
        <p:nvSpPr>
          <p:cNvPr id="176" name="Google Shape;176;p24"/>
          <p:cNvSpPr/>
          <p:nvPr/>
        </p:nvSpPr>
        <p:spPr>
          <a:xfrm>
            <a:off x="8472975" y="113725"/>
            <a:ext cx="597000" cy="530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77" name="Google Shape;177;p24" title="graphicera_logo.png"/>
          <p:cNvPicPr preferRelativeResize="0"/>
          <p:nvPr/>
        </p:nvPicPr>
        <p:blipFill>
          <a:blip r:embed="rId3">
            <a:alphaModFix/>
          </a:blip>
          <a:stretch>
            <a:fillRect/>
          </a:stretch>
        </p:blipFill>
        <p:spPr>
          <a:xfrm>
            <a:off x="8506275" y="113725"/>
            <a:ext cx="530400" cy="530400"/>
          </a:xfrm>
          <a:prstGeom prst="rect">
            <a:avLst/>
          </a:prstGeom>
          <a:noFill/>
          <a:ln>
            <a:noFill/>
          </a:ln>
        </p:spPr>
      </p:pic>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nvSpPr>
        <p:spPr>
          <a:xfrm>
            <a:off x="8585429" y="174927"/>
            <a:ext cx="552870" cy="185205"/>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000">
                <a:latin typeface="Calibri"/>
                <a:ea typeface="Calibri"/>
                <a:cs typeface="Calibri"/>
                <a:sym typeface="Calibri"/>
              </a:rPr>
              <a:t>graphice</a:t>
            </a:r>
            <a:endParaRPr sz="1000">
              <a:latin typeface="Calibri"/>
              <a:ea typeface="Calibri"/>
              <a:cs typeface="Calibri"/>
              <a:sym typeface="Calibri"/>
            </a:endParaRPr>
          </a:p>
        </p:txBody>
      </p:sp>
      <p:grpSp>
        <p:nvGrpSpPr>
          <p:cNvPr id="183" name="Google Shape;183;p25"/>
          <p:cNvGrpSpPr/>
          <p:nvPr/>
        </p:nvGrpSpPr>
        <p:grpSpPr>
          <a:xfrm>
            <a:off x="8562912" y="115088"/>
            <a:ext cx="354481" cy="354308"/>
            <a:chOff x="5399392" y="72605"/>
            <a:chExt cx="223520" cy="223520"/>
          </a:xfrm>
        </p:grpSpPr>
        <p:sp>
          <p:nvSpPr>
            <p:cNvPr id="184" name="Google Shape;184;p25"/>
            <p:cNvSpPr/>
            <p:nvPr/>
          </p:nvSpPr>
          <p:spPr>
            <a:xfrm>
              <a:off x="5399392" y="293281"/>
              <a:ext cx="223520"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185" name="Google Shape;185;p25"/>
            <p:cNvSpPr/>
            <p:nvPr/>
          </p:nvSpPr>
          <p:spPr>
            <a:xfrm>
              <a:off x="5620054" y="72605"/>
              <a:ext cx="0" cy="223520"/>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descr="$PPTXTitle" id="186" name="Google Shape;186;p25"/>
          <p:cNvSpPr txBox="1"/>
          <p:nvPr>
            <p:ph type="title"/>
          </p:nvPr>
        </p:nvSpPr>
        <p:spPr>
          <a:xfrm>
            <a:off x="635475" y="480042"/>
            <a:ext cx="60039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System Architecture / Workflow</a:t>
            </a:r>
            <a:endParaRPr/>
          </a:p>
        </p:txBody>
      </p:sp>
      <p:sp>
        <p:nvSpPr>
          <p:cNvPr id="187" name="Google Shape;187;p25"/>
          <p:cNvSpPr/>
          <p:nvPr/>
        </p:nvSpPr>
        <p:spPr>
          <a:xfrm>
            <a:off x="570916" y="1075544"/>
            <a:ext cx="7992944"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nvGrpSpPr>
          <p:cNvPr id="188" name="Google Shape;188;p25"/>
          <p:cNvGrpSpPr/>
          <p:nvPr/>
        </p:nvGrpSpPr>
        <p:grpSpPr>
          <a:xfrm>
            <a:off x="9532" y="1542449"/>
            <a:ext cx="1595812" cy="777704"/>
            <a:chOff x="430876" y="1231248"/>
            <a:chExt cx="774065" cy="363855"/>
          </a:xfrm>
        </p:grpSpPr>
        <p:sp>
          <p:nvSpPr>
            <p:cNvPr id="189" name="Google Shape;189;p25"/>
            <p:cNvSpPr/>
            <p:nvPr/>
          </p:nvSpPr>
          <p:spPr>
            <a:xfrm>
              <a:off x="430876" y="1231248"/>
              <a:ext cx="774065" cy="363855"/>
            </a:xfrm>
            <a:custGeom>
              <a:rect b="b" l="l" r="r" t="t"/>
              <a:pathLst>
                <a:path extrusionOk="0" h="363855" w="774065">
                  <a:moveTo>
                    <a:pt x="723396" y="0"/>
                  </a:moveTo>
                  <a:lnTo>
                    <a:pt x="50610" y="0"/>
                  </a:lnTo>
                  <a:lnTo>
                    <a:pt x="30910" y="3977"/>
                  </a:lnTo>
                  <a:lnTo>
                    <a:pt x="14823" y="14823"/>
                  </a:lnTo>
                  <a:lnTo>
                    <a:pt x="3977" y="30910"/>
                  </a:lnTo>
                  <a:lnTo>
                    <a:pt x="0" y="50610"/>
                  </a:lnTo>
                  <a:lnTo>
                    <a:pt x="0" y="313074"/>
                  </a:lnTo>
                  <a:lnTo>
                    <a:pt x="3977" y="332774"/>
                  </a:lnTo>
                  <a:lnTo>
                    <a:pt x="14823" y="348861"/>
                  </a:lnTo>
                  <a:lnTo>
                    <a:pt x="30910" y="359707"/>
                  </a:lnTo>
                  <a:lnTo>
                    <a:pt x="50610" y="363685"/>
                  </a:lnTo>
                  <a:lnTo>
                    <a:pt x="723396" y="363685"/>
                  </a:lnTo>
                  <a:lnTo>
                    <a:pt x="743096" y="359707"/>
                  </a:lnTo>
                  <a:lnTo>
                    <a:pt x="759183" y="348861"/>
                  </a:lnTo>
                  <a:lnTo>
                    <a:pt x="770030" y="332774"/>
                  </a:lnTo>
                  <a:lnTo>
                    <a:pt x="774007" y="313074"/>
                  </a:lnTo>
                  <a:lnTo>
                    <a:pt x="774007" y="50610"/>
                  </a:lnTo>
                  <a:lnTo>
                    <a:pt x="770030" y="30910"/>
                  </a:lnTo>
                  <a:lnTo>
                    <a:pt x="759183" y="14823"/>
                  </a:lnTo>
                  <a:lnTo>
                    <a:pt x="743096" y="3977"/>
                  </a:lnTo>
                  <a:lnTo>
                    <a:pt x="723396"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860"/>
            </a:p>
          </p:txBody>
        </p:sp>
        <p:sp>
          <p:nvSpPr>
            <p:cNvPr id="190" name="Google Shape;190;p25"/>
            <p:cNvSpPr/>
            <p:nvPr/>
          </p:nvSpPr>
          <p:spPr>
            <a:xfrm>
              <a:off x="430876" y="1231248"/>
              <a:ext cx="774065" cy="363855"/>
            </a:xfrm>
            <a:custGeom>
              <a:rect b="b" l="l" r="r" t="t"/>
              <a:pathLst>
                <a:path extrusionOk="0" h="363855" w="774065">
                  <a:moveTo>
                    <a:pt x="723396" y="0"/>
                  </a:moveTo>
                  <a:lnTo>
                    <a:pt x="50610" y="0"/>
                  </a:lnTo>
                  <a:lnTo>
                    <a:pt x="30910" y="3977"/>
                  </a:lnTo>
                  <a:lnTo>
                    <a:pt x="14823" y="14823"/>
                  </a:lnTo>
                  <a:lnTo>
                    <a:pt x="3977" y="30910"/>
                  </a:lnTo>
                  <a:lnTo>
                    <a:pt x="0" y="50610"/>
                  </a:lnTo>
                  <a:lnTo>
                    <a:pt x="0" y="313074"/>
                  </a:lnTo>
                  <a:lnTo>
                    <a:pt x="3977" y="332774"/>
                  </a:lnTo>
                  <a:lnTo>
                    <a:pt x="14823" y="348861"/>
                  </a:lnTo>
                  <a:lnTo>
                    <a:pt x="30910" y="359707"/>
                  </a:lnTo>
                  <a:lnTo>
                    <a:pt x="50610" y="363685"/>
                  </a:lnTo>
                  <a:lnTo>
                    <a:pt x="723396" y="363685"/>
                  </a:lnTo>
                  <a:lnTo>
                    <a:pt x="743096" y="359707"/>
                  </a:lnTo>
                  <a:lnTo>
                    <a:pt x="759183" y="348861"/>
                  </a:lnTo>
                  <a:lnTo>
                    <a:pt x="770030" y="332774"/>
                  </a:lnTo>
                  <a:lnTo>
                    <a:pt x="774007" y="313074"/>
                  </a:lnTo>
                  <a:lnTo>
                    <a:pt x="774007" y="50610"/>
                  </a:lnTo>
                  <a:lnTo>
                    <a:pt x="770030" y="30910"/>
                  </a:lnTo>
                  <a:lnTo>
                    <a:pt x="759183" y="14823"/>
                  </a:lnTo>
                  <a:lnTo>
                    <a:pt x="743096" y="3977"/>
                  </a:lnTo>
                  <a:lnTo>
                    <a:pt x="723396" y="0"/>
                  </a:lnTo>
                  <a:close/>
                </a:path>
              </a:pathLst>
            </a:custGeom>
            <a:noFill/>
            <a:ln cap="flat" cmpd="sng" w="12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860"/>
            </a:p>
          </p:txBody>
        </p:sp>
      </p:grpSp>
      <p:sp>
        <p:nvSpPr>
          <p:cNvPr id="191" name="Google Shape;191;p25"/>
          <p:cNvSpPr txBox="1"/>
          <p:nvPr/>
        </p:nvSpPr>
        <p:spPr>
          <a:xfrm>
            <a:off x="-9275" y="1574400"/>
            <a:ext cx="1593300" cy="696600"/>
          </a:xfrm>
          <a:prstGeom prst="rect">
            <a:avLst/>
          </a:prstGeom>
          <a:noFill/>
          <a:ln>
            <a:noFill/>
          </a:ln>
        </p:spPr>
        <p:txBody>
          <a:bodyPr anchorCtr="0" anchor="t" bIns="0" lIns="0" spcFirstLastPara="1" rIns="0" wrap="square" tIns="19100">
            <a:spAutoFit/>
          </a:bodyPr>
          <a:lstStyle/>
          <a:p>
            <a:pPr indent="0" lvl="0" marL="25400" marR="12700" rtl="0" algn="ctr">
              <a:lnSpc>
                <a:spcPct val="100000"/>
              </a:lnSpc>
              <a:spcBef>
                <a:spcPts val="0"/>
              </a:spcBef>
              <a:spcAft>
                <a:spcPts val="0"/>
              </a:spcAft>
              <a:buNone/>
            </a:pPr>
            <a:r>
              <a:rPr b="1" lang="en-GB" sz="1100">
                <a:latin typeface="Tahoma"/>
                <a:ea typeface="Tahoma"/>
                <a:cs typeface="Tahoma"/>
                <a:sym typeface="Tahoma"/>
              </a:rPr>
              <a:t>Input Data</a:t>
            </a:r>
            <a:r>
              <a:rPr lang="en-GB" sz="1100">
                <a:latin typeface="Tahoma"/>
                <a:ea typeface="Tahoma"/>
                <a:cs typeface="Tahoma"/>
                <a:sym typeface="Tahoma"/>
              </a:rPr>
              <a:t>: </a:t>
            </a:r>
            <a:endParaRPr sz="1100">
              <a:latin typeface="Tahoma"/>
              <a:ea typeface="Tahoma"/>
              <a:cs typeface="Tahoma"/>
              <a:sym typeface="Tahoma"/>
            </a:endParaRPr>
          </a:p>
          <a:p>
            <a:pPr indent="0" lvl="0" marL="25400" marR="12700" rtl="0" algn="ctr">
              <a:lnSpc>
                <a:spcPct val="100000"/>
              </a:lnSpc>
              <a:spcBef>
                <a:spcPts val="0"/>
              </a:spcBef>
              <a:spcAft>
                <a:spcPts val="0"/>
              </a:spcAft>
              <a:buNone/>
            </a:pPr>
            <a:r>
              <a:rPr lang="en-GB" sz="1100">
                <a:latin typeface="Tahoma"/>
                <a:ea typeface="Tahoma"/>
                <a:cs typeface="Tahoma"/>
                <a:sym typeface="Tahoma"/>
              </a:rPr>
              <a:t>Raw Spacecraft Telemetry &amp; Space-Track CDMs</a:t>
            </a:r>
            <a:endParaRPr sz="1100">
              <a:latin typeface="Tahoma"/>
              <a:ea typeface="Tahoma"/>
              <a:cs typeface="Tahoma"/>
              <a:sym typeface="Tahoma"/>
            </a:endParaRPr>
          </a:p>
        </p:txBody>
      </p:sp>
      <p:grpSp>
        <p:nvGrpSpPr>
          <p:cNvPr id="192" name="Google Shape;192;p25"/>
          <p:cNvGrpSpPr/>
          <p:nvPr/>
        </p:nvGrpSpPr>
        <p:grpSpPr>
          <a:xfrm>
            <a:off x="1914774" y="1574390"/>
            <a:ext cx="1595812" cy="735331"/>
            <a:chOff x="1461947" y="1234762"/>
            <a:chExt cx="774065" cy="356870"/>
          </a:xfrm>
        </p:grpSpPr>
        <p:sp>
          <p:nvSpPr>
            <p:cNvPr id="193" name="Google Shape;193;p25"/>
            <p:cNvSpPr/>
            <p:nvPr/>
          </p:nvSpPr>
          <p:spPr>
            <a:xfrm>
              <a:off x="1461947" y="1234762"/>
              <a:ext cx="774065" cy="356870"/>
            </a:xfrm>
            <a:custGeom>
              <a:rect b="b" l="l" r="r" t="t"/>
              <a:pathLst>
                <a:path extrusionOk="0" h="356869" w="774064">
                  <a:moveTo>
                    <a:pt x="723397"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7"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7"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860"/>
            </a:p>
          </p:txBody>
        </p:sp>
        <p:sp>
          <p:nvSpPr>
            <p:cNvPr id="194" name="Google Shape;194;p25"/>
            <p:cNvSpPr/>
            <p:nvPr/>
          </p:nvSpPr>
          <p:spPr>
            <a:xfrm>
              <a:off x="1461947" y="1234762"/>
              <a:ext cx="774065" cy="356870"/>
            </a:xfrm>
            <a:custGeom>
              <a:rect b="b" l="l" r="r" t="t"/>
              <a:pathLst>
                <a:path extrusionOk="0" h="356869" w="774064">
                  <a:moveTo>
                    <a:pt x="723397"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7"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7" y="0"/>
                  </a:lnTo>
                  <a:close/>
                </a:path>
              </a:pathLst>
            </a:custGeom>
            <a:noFill/>
            <a:ln cap="flat" cmpd="sng" w="12400">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860"/>
            </a:p>
          </p:txBody>
        </p:sp>
      </p:grpSp>
      <p:sp>
        <p:nvSpPr>
          <p:cNvPr id="195" name="Google Shape;195;p25"/>
          <p:cNvSpPr txBox="1"/>
          <p:nvPr/>
        </p:nvSpPr>
        <p:spPr>
          <a:xfrm>
            <a:off x="1907050" y="1667750"/>
            <a:ext cx="1570200" cy="527100"/>
          </a:xfrm>
          <a:prstGeom prst="rect">
            <a:avLst/>
          </a:prstGeom>
          <a:noFill/>
          <a:ln>
            <a:noFill/>
          </a:ln>
        </p:spPr>
        <p:txBody>
          <a:bodyPr anchorCtr="0" anchor="t" bIns="0" lIns="0" spcFirstLastPara="1" rIns="0" wrap="square" tIns="19100">
            <a:spAutoFit/>
          </a:bodyPr>
          <a:lstStyle/>
          <a:p>
            <a:pPr indent="-215900" lvl="0" marL="241300" marR="12700" rtl="0" algn="ctr">
              <a:lnSpc>
                <a:spcPct val="100000"/>
              </a:lnSpc>
              <a:spcBef>
                <a:spcPts val="0"/>
              </a:spcBef>
              <a:spcAft>
                <a:spcPts val="0"/>
              </a:spcAft>
              <a:buNone/>
            </a:pPr>
            <a:r>
              <a:rPr b="1" lang="en-GB" sz="1100">
                <a:latin typeface="Tahoma"/>
                <a:ea typeface="Tahoma"/>
                <a:cs typeface="Tahoma"/>
                <a:sym typeface="Tahoma"/>
              </a:rPr>
              <a:t>Processing Layer</a:t>
            </a:r>
            <a:r>
              <a:rPr lang="en-GB" sz="1100">
                <a:latin typeface="Tahoma"/>
                <a:ea typeface="Tahoma"/>
                <a:cs typeface="Tahoma"/>
                <a:sym typeface="Tahoma"/>
              </a:rPr>
              <a:t>:</a:t>
            </a:r>
            <a:endParaRPr sz="1100">
              <a:latin typeface="Tahoma"/>
              <a:ea typeface="Tahoma"/>
              <a:cs typeface="Tahoma"/>
              <a:sym typeface="Tahoma"/>
            </a:endParaRPr>
          </a:p>
          <a:p>
            <a:pPr indent="-215900" lvl="0" marL="241300" marR="12700" rtl="0" algn="ctr">
              <a:lnSpc>
                <a:spcPct val="100000"/>
              </a:lnSpc>
              <a:spcBef>
                <a:spcPts val="0"/>
              </a:spcBef>
              <a:spcAft>
                <a:spcPts val="0"/>
              </a:spcAft>
              <a:buNone/>
            </a:pPr>
            <a:r>
              <a:rPr lang="en-GB" sz="1100">
                <a:latin typeface="Tahoma"/>
                <a:ea typeface="Tahoma"/>
                <a:cs typeface="Tahoma"/>
                <a:sym typeface="Tahoma"/>
              </a:rPr>
              <a:t>Circular Queue &amp; FIFO Ingestion Layer</a:t>
            </a:r>
            <a:endParaRPr sz="1100">
              <a:latin typeface="Tahoma"/>
              <a:ea typeface="Tahoma"/>
              <a:cs typeface="Tahoma"/>
              <a:sym typeface="Tahoma"/>
            </a:endParaRPr>
          </a:p>
        </p:txBody>
      </p:sp>
      <p:grpSp>
        <p:nvGrpSpPr>
          <p:cNvPr id="196" name="Google Shape;196;p25"/>
          <p:cNvGrpSpPr/>
          <p:nvPr/>
        </p:nvGrpSpPr>
        <p:grpSpPr>
          <a:xfrm>
            <a:off x="3784390" y="1581017"/>
            <a:ext cx="1593490" cy="734296"/>
            <a:chOff x="2493019" y="1234762"/>
            <a:chExt cx="774065" cy="356870"/>
          </a:xfrm>
        </p:grpSpPr>
        <p:sp>
          <p:nvSpPr>
            <p:cNvPr id="197" name="Google Shape;197;p25"/>
            <p:cNvSpPr/>
            <p:nvPr/>
          </p:nvSpPr>
          <p:spPr>
            <a:xfrm>
              <a:off x="2493019" y="1234762"/>
              <a:ext cx="774065" cy="356870"/>
            </a:xfrm>
            <a:custGeom>
              <a:rect b="b" l="l" r="r" t="t"/>
              <a:pathLst>
                <a:path extrusionOk="0" h="356869" w="774064">
                  <a:moveTo>
                    <a:pt x="723396"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6"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6"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856"/>
            </a:p>
          </p:txBody>
        </p:sp>
        <p:sp>
          <p:nvSpPr>
            <p:cNvPr id="198" name="Google Shape;198;p25"/>
            <p:cNvSpPr/>
            <p:nvPr/>
          </p:nvSpPr>
          <p:spPr>
            <a:xfrm>
              <a:off x="2493019" y="1234762"/>
              <a:ext cx="774065" cy="356870"/>
            </a:xfrm>
            <a:custGeom>
              <a:rect b="b" l="l" r="r" t="t"/>
              <a:pathLst>
                <a:path extrusionOk="0" h="356869" w="774064">
                  <a:moveTo>
                    <a:pt x="723396"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6"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6" y="0"/>
                  </a:lnTo>
                  <a:close/>
                </a:path>
              </a:pathLst>
            </a:custGeom>
            <a:noFill/>
            <a:ln cap="flat" cmpd="sng" w="12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856"/>
            </a:p>
          </p:txBody>
        </p:sp>
      </p:grpSp>
      <p:sp>
        <p:nvSpPr>
          <p:cNvPr id="199" name="Google Shape;199;p25"/>
          <p:cNvSpPr txBox="1"/>
          <p:nvPr/>
        </p:nvSpPr>
        <p:spPr>
          <a:xfrm>
            <a:off x="3784400" y="1661525"/>
            <a:ext cx="1595700" cy="527100"/>
          </a:xfrm>
          <a:prstGeom prst="rect">
            <a:avLst/>
          </a:prstGeom>
          <a:noFill/>
          <a:ln>
            <a:noFill/>
          </a:ln>
        </p:spPr>
        <p:txBody>
          <a:bodyPr anchorCtr="0" anchor="t" bIns="0" lIns="0" spcFirstLastPara="1" rIns="0" wrap="square" tIns="19100">
            <a:spAutoFit/>
          </a:bodyPr>
          <a:lstStyle/>
          <a:p>
            <a:pPr indent="0" lvl="0" marL="25400" marR="12700" rtl="0" algn="ctr">
              <a:lnSpc>
                <a:spcPct val="100000"/>
              </a:lnSpc>
              <a:spcBef>
                <a:spcPts val="0"/>
              </a:spcBef>
              <a:spcAft>
                <a:spcPts val="0"/>
              </a:spcAft>
              <a:buNone/>
            </a:pPr>
            <a:r>
              <a:rPr b="1" lang="en-GB" sz="1100">
                <a:latin typeface="Tahoma"/>
                <a:ea typeface="Tahoma"/>
                <a:cs typeface="Tahoma"/>
                <a:sym typeface="Tahoma"/>
              </a:rPr>
              <a:t>Core Logic:</a:t>
            </a:r>
            <a:endParaRPr b="1" sz="1100">
              <a:latin typeface="Tahoma"/>
              <a:ea typeface="Tahoma"/>
              <a:cs typeface="Tahoma"/>
              <a:sym typeface="Tahoma"/>
            </a:endParaRPr>
          </a:p>
          <a:p>
            <a:pPr indent="0" lvl="0" marL="25400" marR="12700" rtl="0" algn="ctr">
              <a:lnSpc>
                <a:spcPct val="100000"/>
              </a:lnSpc>
              <a:spcBef>
                <a:spcPts val="0"/>
              </a:spcBef>
              <a:spcAft>
                <a:spcPts val="0"/>
              </a:spcAft>
              <a:buNone/>
            </a:pPr>
            <a:r>
              <a:rPr lang="en-GB" sz="1100">
                <a:latin typeface="Tahoma"/>
                <a:ea typeface="Tahoma"/>
                <a:cs typeface="Tahoma"/>
                <a:sym typeface="Tahoma"/>
              </a:rPr>
              <a:t> ML Risk Scoring &amp; Binary Max-Heap Priority</a:t>
            </a:r>
            <a:endParaRPr sz="1100">
              <a:latin typeface="Tahoma"/>
              <a:ea typeface="Tahoma"/>
              <a:cs typeface="Tahoma"/>
              <a:sym typeface="Tahoma"/>
            </a:endParaRPr>
          </a:p>
        </p:txBody>
      </p:sp>
      <p:grpSp>
        <p:nvGrpSpPr>
          <p:cNvPr id="200" name="Google Shape;200;p25"/>
          <p:cNvGrpSpPr/>
          <p:nvPr/>
        </p:nvGrpSpPr>
        <p:grpSpPr>
          <a:xfrm>
            <a:off x="5617747" y="1581014"/>
            <a:ext cx="1593413" cy="734296"/>
            <a:chOff x="3524091" y="1234762"/>
            <a:chExt cx="774065" cy="356870"/>
          </a:xfrm>
        </p:grpSpPr>
        <p:sp>
          <p:nvSpPr>
            <p:cNvPr id="201" name="Google Shape;201;p25"/>
            <p:cNvSpPr/>
            <p:nvPr/>
          </p:nvSpPr>
          <p:spPr>
            <a:xfrm>
              <a:off x="3524091" y="1234762"/>
              <a:ext cx="774065" cy="356870"/>
            </a:xfrm>
            <a:custGeom>
              <a:rect b="b" l="l" r="r" t="t"/>
              <a:pathLst>
                <a:path extrusionOk="0" h="356869" w="774064">
                  <a:moveTo>
                    <a:pt x="723396"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6"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6"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856"/>
            </a:p>
          </p:txBody>
        </p:sp>
        <p:sp>
          <p:nvSpPr>
            <p:cNvPr id="202" name="Google Shape;202;p25"/>
            <p:cNvSpPr/>
            <p:nvPr/>
          </p:nvSpPr>
          <p:spPr>
            <a:xfrm>
              <a:off x="3524091" y="1234762"/>
              <a:ext cx="774065" cy="356870"/>
            </a:xfrm>
            <a:custGeom>
              <a:rect b="b" l="l" r="r" t="t"/>
              <a:pathLst>
                <a:path extrusionOk="0" h="356869" w="774064">
                  <a:moveTo>
                    <a:pt x="723396" y="0"/>
                  </a:moveTo>
                  <a:lnTo>
                    <a:pt x="50610" y="0"/>
                  </a:lnTo>
                  <a:lnTo>
                    <a:pt x="30910" y="3977"/>
                  </a:lnTo>
                  <a:lnTo>
                    <a:pt x="14823" y="14823"/>
                  </a:lnTo>
                  <a:lnTo>
                    <a:pt x="3977" y="30910"/>
                  </a:lnTo>
                  <a:lnTo>
                    <a:pt x="0" y="50610"/>
                  </a:lnTo>
                  <a:lnTo>
                    <a:pt x="0" y="306045"/>
                  </a:lnTo>
                  <a:lnTo>
                    <a:pt x="3977" y="325745"/>
                  </a:lnTo>
                  <a:lnTo>
                    <a:pt x="14823" y="341832"/>
                  </a:lnTo>
                  <a:lnTo>
                    <a:pt x="30910" y="352678"/>
                  </a:lnTo>
                  <a:lnTo>
                    <a:pt x="50610" y="356656"/>
                  </a:lnTo>
                  <a:lnTo>
                    <a:pt x="723396" y="356656"/>
                  </a:lnTo>
                  <a:lnTo>
                    <a:pt x="743097" y="352678"/>
                  </a:lnTo>
                  <a:lnTo>
                    <a:pt x="759184" y="341832"/>
                  </a:lnTo>
                  <a:lnTo>
                    <a:pt x="770030" y="325745"/>
                  </a:lnTo>
                  <a:lnTo>
                    <a:pt x="774007" y="306045"/>
                  </a:lnTo>
                  <a:lnTo>
                    <a:pt x="774007" y="50610"/>
                  </a:lnTo>
                  <a:lnTo>
                    <a:pt x="770030" y="30910"/>
                  </a:lnTo>
                  <a:lnTo>
                    <a:pt x="759184" y="14823"/>
                  </a:lnTo>
                  <a:lnTo>
                    <a:pt x="743097" y="3977"/>
                  </a:lnTo>
                  <a:lnTo>
                    <a:pt x="723396" y="0"/>
                  </a:lnTo>
                  <a:close/>
                </a:path>
              </a:pathLst>
            </a:custGeom>
            <a:noFill/>
            <a:ln cap="flat" cmpd="sng" w="12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856"/>
            </a:p>
          </p:txBody>
        </p:sp>
      </p:grpSp>
      <p:sp>
        <p:nvSpPr>
          <p:cNvPr id="203" name="Google Shape;203;p25"/>
          <p:cNvSpPr txBox="1"/>
          <p:nvPr/>
        </p:nvSpPr>
        <p:spPr>
          <a:xfrm>
            <a:off x="5606175" y="1673850"/>
            <a:ext cx="1593300" cy="527100"/>
          </a:xfrm>
          <a:prstGeom prst="rect">
            <a:avLst/>
          </a:prstGeom>
          <a:noFill/>
          <a:ln>
            <a:noFill/>
          </a:ln>
        </p:spPr>
        <p:txBody>
          <a:bodyPr anchorCtr="0" anchor="t" bIns="0" lIns="0" spcFirstLastPara="1" rIns="0" wrap="square" tIns="19100">
            <a:spAutoFit/>
          </a:bodyPr>
          <a:lstStyle/>
          <a:p>
            <a:pPr indent="-165100" lvl="0" marL="190500" marR="12700" rtl="0" algn="ctr">
              <a:lnSpc>
                <a:spcPct val="100000"/>
              </a:lnSpc>
              <a:spcBef>
                <a:spcPts val="0"/>
              </a:spcBef>
              <a:spcAft>
                <a:spcPts val="0"/>
              </a:spcAft>
              <a:buNone/>
            </a:pPr>
            <a:r>
              <a:rPr b="1" lang="en-GB" sz="1100">
                <a:latin typeface="Tahoma"/>
                <a:ea typeface="Tahoma"/>
                <a:cs typeface="Tahoma"/>
                <a:sym typeface="Tahoma"/>
              </a:rPr>
              <a:t>Database Layer</a:t>
            </a:r>
            <a:r>
              <a:rPr lang="en-GB" sz="1100">
                <a:latin typeface="Tahoma"/>
                <a:ea typeface="Tahoma"/>
                <a:cs typeface="Tahoma"/>
                <a:sym typeface="Tahoma"/>
              </a:rPr>
              <a:t>:</a:t>
            </a:r>
            <a:endParaRPr sz="1100">
              <a:latin typeface="Tahoma"/>
              <a:ea typeface="Tahoma"/>
              <a:cs typeface="Tahoma"/>
              <a:sym typeface="Tahoma"/>
            </a:endParaRPr>
          </a:p>
          <a:p>
            <a:pPr indent="-165100" lvl="0" marL="190500" marR="12700" rtl="0" algn="ctr">
              <a:lnSpc>
                <a:spcPct val="100000"/>
              </a:lnSpc>
              <a:spcBef>
                <a:spcPts val="0"/>
              </a:spcBef>
              <a:spcAft>
                <a:spcPts val="0"/>
              </a:spcAft>
              <a:buNone/>
            </a:pPr>
            <a:r>
              <a:rPr lang="en-GB" sz="1100">
                <a:latin typeface="Tahoma"/>
                <a:ea typeface="Tahoma"/>
                <a:cs typeface="Tahoma"/>
                <a:sym typeface="Tahoma"/>
              </a:rPr>
              <a:t>Stack, Linked List &amp; Append Log</a:t>
            </a:r>
            <a:endParaRPr sz="1100">
              <a:latin typeface="Tahoma"/>
              <a:ea typeface="Tahoma"/>
              <a:cs typeface="Tahoma"/>
              <a:sym typeface="Tahoma"/>
            </a:endParaRPr>
          </a:p>
        </p:txBody>
      </p:sp>
      <p:grpSp>
        <p:nvGrpSpPr>
          <p:cNvPr id="204" name="Google Shape;204;p25"/>
          <p:cNvGrpSpPr/>
          <p:nvPr/>
        </p:nvGrpSpPr>
        <p:grpSpPr>
          <a:xfrm>
            <a:off x="7451033" y="1587705"/>
            <a:ext cx="1593335" cy="683273"/>
            <a:chOff x="4555163" y="1247064"/>
            <a:chExt cx="774065" cy="332105"/>
          </a:xfrm>
        </p:grpSpPr>
        <p:sp>
          <p:nvSpPr>
            <p:cNvPr id="205" name="Google Shape;205;p25"/>
            <p:cNvSpPr/>
            <p:nvPr/>
          </p:nvSpPr>
          <p:spPr>
            <a:xfrm>
              <a:off x="4555163" y="1247064"/>
              <a:ext cx="774065" cy="332105"/>
            </a:xfrm>
            <a:custGeom>
              <a:rect b="b" l="l" r="r" t="t"/>
              <a:pathLst>
                <a:path extrusionOk="0" h="332105" w="774064">
                  <a:moveTo>
                    <a:pt x="723396" y="0"/>
                  </a:moveTo>
                  <a:lnTo>
                    <a:pt x="50610" y="0"/>
                  </a:lnTo>
                  <a:lnTo>
                    <a:pt x="30910" y="3977"/>
                  </a:lnTo>
                  <a:lnTo>
                    <a:pt x="14823" y="14823"/>
                  </a:lnTo>
                  <a:lnTo>
                    <a:pt x="3977" y="30910"/>
                  </a:lnTo>
                  <a:lnTo>
                    <a:pt x="0" y="50610"/>
                  </a:lnTo>
                  <a:lnTo>
                    <a:pt x="0" y="281442"/>
                  </a:lnTo>
                  <a:lnTo>
                    <a:pt x="3977" y="301142"/>
                  </a:lnTo>
                  <a:lnTo>
                    <a:pt x="14823" y="317229"/>
                  </a:lnTo>
                  <a:lnTo>
                    <a:pt x="30910" y="328076"/>
                  </a:lnTo>
                  <a:lnTo>
                    <a:pt x="50610" y="332053"/>
                  </a:lnTo>
                  <a:lnTo>
                    <a:pt x="723396" y="332053"/>
                  </a:lnTo>
                  <a:lnTo>
                    <a:pt x="743097" y="328076"/>
                  </a:lnTo>
                  <a:lnTo>
                    <a:pt x="759184" y="317229"/>
                  </a:lnTo>
                  <a:lnTo>
                    <a:pt x="770030" y="301142"/>
                  </a:lnTo>
                  <a:lnTo>
                    <a:pt x="774007" y="281442"/>
                  </a:lnTo>
                  <a:lnTo>
                    <a:pt x="774007" y="50610"/>
                  </a:lnTo>
                  <a:lnTo>
                    <a:pt x="770030" y="30910"/>
                  </a:lnTo>
                  <a:lnTo>
                    <a:pt x="759184" y="14823"/>
                  </a:lnTo>
                  <a:lnTo>
                    <a:pt x="743097" y="3977"/>
                  </a:lnTo>
                  <a:lnTo>
                    <a:pt x="723396"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855"/>
            </a:p>
          </p:txBody>
        </p:sp>
        <p:sp>
          <p:nvSpPr>
            <p:cNvPr id="206" name="Google Shape;206;p25"/>
            <p:cNvSpPr/>
            <p:nvPr/>
          </p:nvSpPr>
          <p:spPr>
            <a:xfrm>
              <a:off x="4555163" y="1247064"/>
              <a:ext cx="774065" cy="332105"/>
            </a:xfrm>
            <a:custGeom>
              <a:rect b="b" l="l" r="r" t="t"/>
              <a:pathLst>
                <a:path extrusionOk="0" h="332105" w="774064">
                  <a:moveTo>
                    <a:pt x="723396" y="0"/>
                  </a:moveTo>
                  <a:lnTo>
                    <a:pt x="50610" y="0"/>
                  </a:lnTo>
                  <a:lnTo>
                    <a:pt x="30910" y="3977"/>
                  </a:lnTo>
                  <a:lnTo>
                    <a:pt x="14823" y="14823"/>
                  </a:lnTo>
                  <a:lnTo>
                    <a:pt x="3977" y="30910"/>
                  </a:lnTo>
                  <a:lnTo>
                    <a:pt x="0" y="50610"/>
                  </a:lnTo>
                  <a:lnTo>
                    <a:pt x="0" y="281442"/>
                  </a:lnTo>
                  <a:lnTo>
                    <a:pt x="3977" y="301142"/>
                  </a:lnTo>
                  <a:lnTo>
                    <a:pt x="14823" y="317229"/>
                  </a:lnTo>
                  <a:lnTo>
                    <a:pt x="30910" y="328076"/>
                  </a:lnTo>
                  <a:lnTo>
                    <a:pt x="50610" y="332053"/>
                  </a:lnTo>
                  <a:lnTo>
                    <a:pt x="723396" y="332053"/>
                  </a:lnTo>
                  <a:lnTo>
                    <a:pt x="743097" y="328076"/>
                  </a:lnTo>
                  <a:lnTo>
                    <a:pt x="759184" y="317229"/>
                  </a:lnTo>
                  <a:lnTo>
                    <a:pt x="770030" y="301142"/>
                  </a:lnTo>
                  <a:lnTo>
                    <a:pt x="774007" y="281442"/>
                  </a:lnTo>
                  <a:lnTo>
                    <a:pt x="774007" y="50610"/>
                  </a:lnTo>
                  <a:lnTo>
                    <a:pt x="770030" y="30910"/>
                  </a:lnTo>
                  <a:lnTo>
                    <a:pt x="759184" y="14823"/>
                  </a:lnTo>
                  <a:lnTo>
                    <a:pt x="743097" y="3977"/>
                  </a:lnTo>
                  <a:lnTo>
                    <a:pt x="723396" y="0"/>
                  </a:lnTo>
                  <a:close/>
                </a:path>
              </a:pathLst>
            </a:custGeom>
            <a:noFill/>
            <a:ln cap="flat" cmpd="sng" w="12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855"/>
            </a:p>
          </p:txBody>
        </p:sp>
      </p:grpSp>
      <p:sp>
        <p:nvSpPr>
          <p:cNvPr id="207" name="Google Shape;207;p25"/>
          <p:cNvSpPr txBox="1"/>
          <p:nvPr/>
        </p:nvSpPr>
        <p:spPr>
          <a:xfrm>
            <a:off x="7448800" y="1681700"/>
            <a:ext cx="1593300" cy="527100"/>
          </a:xfrm>
          <a:prstGeom prst="rect">
            <a:avLst/>
          </a:prstGeom>
          <a:noFill/>
          <a:ln>
            <a:noFill/>
          </a:ln>
        </p:spPr>
        <p:txBody>
          <a:bodyPr anchorCtr="0" anchor="t" bIns="0" lIns="0" spcFirstLastPara="1" rIns="0" wrap="square" tIns="19100">
            <a:spAutoFit/>
          </a:bodyPr>
          <a:lstStyle/>
          <a:p>
            <a:pPr indent="-38100" lvl="0" marL="63500" marR="12700" rtl="0" algn="ctr">
              <a:lnSpc>
                <a:spcPct val="100000"/>
              </a:lnSpc>
              <a:spcBef>
                <a:spcPts val="0"/>
              </a:spcBef>
              <a:spcAft>
                <a:spcPts val="0"/>
              </a:spcAft>
              <a:buNone/>
            </a:pPr>
            <a:r>
              <a:rPr b="1" lang="en-GB" sz="1100">
                <a:latin typeface="Tahoma"/>
                <a:ea typeface="Tahoma"/>
                <a:cs typeface="Tahoma"/>
                <a:sym typeface="Tahoma"/>
              </a:rPr>
              <a:t>Output Result: </a:t>
            </a:r>
            <a:endParaRPr b="1" sz="1100">
              <a:latin typeface="Tahoma"/>
              <a:ea typeface="Tahoma"/>
              <a:cs typeface="Tahoma"/>
              <a:sym typeface="Tahoma"/>
            </a:endParaRPr>
          </a:p>
          <a:p>
            <a:pPr indent="-38100" lvl="0" marL="63500" marR="12700" rtl="0" algn="ctr">
              <a:lnSpc>
                <a:spcPct val="100000"/>
              </a:lnSpc>
              <a:spcBef>
                <a:spcPts val="0"/>
              </a:spcBef>
              <a:spcAft>
                <a:spcPts val="0"/>
              </a:spcAft>
              <a:buNone/>
            </a:pPr>
            <a:r>
              <a:rPr lang="en-GB" sz="1100">
                <a:latin typeface="Tahoma"/>
                <a:ea typeface="Tahoma"/>
                <a:cs typeface="Tahoma"/>
                <a:sym typeface="Tahoma"/>
              </a:rPr>
              <a:t>Burn Vector, Fuel Sync &amp; Audit Trail</a:t>
            </a:r>
            <a:endParaRPr sz="1100">
              <a:latin typeface="Tahoma"/>
              <a:ea typeface="Tahoma"/>
              <a:cs typeface="Tahoma"/>
              <a:sym typeface="Tahoma"/>
            </a:endParaRPr>
          </a:p>
        </p:txBody>
      </p:sp>
      <p:sp>
        <p:nvSpPr>
          <p:cNvPr id="208" name="Google Shape;208;p25"/>
          <p:cNvSpPr txBox="1"/>
          <p:nvPr/>
        </p:nvSpPr>
        <p:spPr>
          <a:xfrm>
            <a:off x="65175" y="2545800"/>
            <a:ext cx="4607100" cy="2369100"/>
          </a:xfrm>
          <a:prstGeom prst="rect">
            <a:avLst/>
          </a:prstGeom>
          <a:noFill/>
          <a:ln>
            <a:noFill/>
          </a:ln>
        </p:spPr>
        <p:txBody>
          <a:bodyPr anchorCtr="0" anchor="t" bIns="0" lIns="0" spcFirstLastPara="1" rIns="0" wrap="square" tIns="87575">
            <a:spAutoFit/>
          </a:bodyPr>
          <a:lstStyle/>
          <a:p>
            <a:pPr indent="0" lvl="0" marL="63500" rtl="0" algn="l">
              <a:lnSpc>
                <a:spcPct val="100000"/>
              </a:lnSpc>
              <a:spcBef>
                <a:spcPts val="0"/>
              </a:spcBef>
              <a:spcAft>
                <a:spcPts val="0"/>
              </a:spcAft>
              <a:buNone/>
            </a:pPr>
            <a:r>
              <a:rPr b="1" lang="en-GB" sz="1700">
                <a:solidFill>
                  <a:srgbClr val="133768"/>
                </a:solidFill>
                <a:latin typeface="Tahoma"/>
                <a:ea typeface="Tahoma"/>
                <a:cs typeface="Tahoma"/>
                <a:sym typeface="Tahoma"/>
              </a:rPr>
              <a:t>Major Components</a:t>
            </a:r>
            <a:endParaRPr sz="1700">
              <a:latin typeface="Tahoma"/>
              <a:ea typeface="Tahoma"/>
              <a:cs typeface="Tahoma"/>
              <a:sym typeface="Tahoma"/>
            </a:endParaRPr>
          </a:p>
          <a:p>
            <a:pPr indent="-273050" lvl="0" marL="495300" rtl="0" algn="l">
              <a:lnSpc>
                <a:spcPct val="100000"/>
              </a:lnSpc>
              <a:spcBef>
                <a:spcPts val="500"/>
              </a:spcBef>
              <a:spcAft>
                <a:spcPts val="0"/>
              </a:spcAft>
              <a:buClr>
                <a:srgbClr val="133768"/>
              </a:buClr>
              <a:buSzPts val="1700"/>
              <a:buFont typeface="Lucida Sans"/>
              <a:buChar char="►"/>
            </a:pPr>
            <a:r>
              <a:rPr b="1" lang="en-GB" sz="1100">
                <a:solidFill>
                  <a:schemeClr val="dk1"/>
                </a:solidFill>
              </a:rPr>
              <a:t>Telemetry Ingestion (C):</a:t>
            </a:r>
            <a:r>
              <a:rPr lang="en-GB" sz="1100">
                <a:solidFill>
                  <a:schemeClr val="dk1"/>
                </a:solidFill>
              </a:rPr>
              <a:t> Circular ring buffer and FIFO queue for zero-heap, deterministic data buffering.</a:t>
            </a:r>
            <a:endParaRPr sz="1700">
              <a:latin typeface="Arial"/>
              <a:ea typeface="Arial"/>
              <a:cs typeface="Arial"/>
              <a:sym typeface="Arial"/>
            </a:endParaRPr>
          </a:p>
          <a:p>
            <a:pPr indent="-273050" lvl="0" marL="495300" rtl="0" algn="l">
              <a:lnSpc>
                <a:spcPct val="100000"/>
              </a:lnSpc>
              <a:spcBef>
                <a:spcPts val="400"/>
              </a:spcBef>
              <a:spcAft>
                <a:spcPts val="0"/>
              </a:spcAft>
              <a:buClr>
                <a:srgbClr val="133768"/>
              </a:buClr>
              <a:buSzPts val="1700"/>
              <a:buFont typeface="Lucida Sans"/>
              <a:buChar char="►"/>
            </a:pPr>
            <a:r>
              <a:rPr b="1" lang="en-GB" sz="1100">
                <a:solidFill>
                  <a:schemeClr val="dk1"/>
                </a:solidFill>
              </a:rPr>
              <a:t>Risk &amp; Priority Engine:</a:t>
            </a:r>
            <a:r>
              <a:rPr lang="en-GB" sz="1100">
                <a:solidFill>
                  <a:schemeClr val="dk1"/>
                </a:solidFill>
              </a:rPr>
              <a:t> In-place Logistic Regression risk scoring paired with a Binary Max-Heap to prioritize critical threats.</a:t>
            </a:r>
            <a:endParaRPr sz="1700"/>
          </a:p>
          <a:p>
            <a:pPr indent="-273050" lvl="0" marL="495300" rtl="0" algn="l">
              <a:lnSpc>
                <a:spcPct val="100000"/>
              </a:lnSpc>
              <a:spcBef>
                <a:spcPts val="400"/>
              </a:spcBef>
              <a:spcAft>
                <a:spcPts val="0"/>
              </a:spcAft>
              <a:buClr>
                <a:srgbClr val="133768"/>
              </a:buClr>
              <a:buSzPts val="1700"/>
              <a:buFont typeface="Lucida Sans"/>
              <a:buChar char="►"/>
            </a:pPr>
            <a:r>
              <a:rPr b="1" lang="en-GB" sz="1100">
                <a:solidFill>
                  <a:schemeClr val="dk1"/>
                </a:solidFill>
              </a:rPr>
              <a:t>Polymorphic Thrusters (C++):</a:t>
            </a:r>
            <a:r>
              <a:rPr lang="en-GB" sz="1100">
                <a:solidFill>
                  <a:schemeClr val="dk1"/>
                </a:solidFill>
              </a:rPr>
              <a:t> OOP </a:t>
            </a:r>
            <a:r>
              <a:rPr lang="en-GB" sz="1100">
                <a:solidFill>
                  <a:srgbClr val="188038"/>
                </a:solidFill>
                <a:latin typeface="Roboto Mono"/>
                <a:ea typeface="Roboto Mono"/>
                <a:cs typeface="Roboto Mono"/>
                <a:sym typeface="Roboto Mono"/>
              </a:rPr>
              <a:t>ThrusterEngine</a:t>
            </a:r>
            <a:r>
              <a:rPr lang="en-GB" sz="1100">
                <a:solidFill>
                  <a:schemeClr val="dk1"/>
                </a:solidFill>
              </a:rPr>
              <a:t> interface arbitrating Chemical, Ion, and Cold-Gas systems via the rocket equation.</a:t>
            </a:r>
            <a:endParaRPr sz="1100">
              <a:solidFill>
                <a:schemeClr val="dk1"/>
              </a:solidFill>
            </a:endParaRPr>
          </a:p>
          <a:p>
            <a:pPr indent="-234950" lvl="0" marL="495300" rtl="0" algn="l">
              <a:lnSpc>
                <a:spcPct val="100000"/>
              </a:lnSpc>
              <a:spcBef>
                <a:spcPts val="400"/>
              </a:spcBef>
              <a:spcAft>
                <a:spcPts val="0"/>
              </a:spcAft>
              <a:buClr>
                <a:schemeClr val="dk1"/>
              </a:buClr>
              <a:buSzPts val="1100"/>
              <a:buChar char="►"/>
            </a:pPr>
            <a:r>
              <a:rPr b="1" lang="en-GB" sz="1100">
                <a:solidFill>
                  <a:schemeClr val="dk1"/>
                </a:solidFill>
              </a:rPr>
              <a:t>Audit &amp; Rollback:</a:t>
            </a:r>
            <a:r>
              <a:rPr lang="en-GB" sz="1100">
                <a:solidFill>
                  <a:schemeClr val="dk1"/>
                </a:solidFill>
              </a:rPr>
              <a:t> LIFO stack for quick undos, doubly linked list for chronological history, and an append-only log file.</a:t>
            </a:r>
            <a:endParaRPr sz="1100">
              <a:solidFill>
                <a:schemeClr val="dk1"/>
              </a:solidFill>
            </a:endParaRPr>
          </a:p>
        </p:txBody>
      </p:sp>
      <p:sp>
        <p:nvSpPr>
          <p:cNvPr id="209" name="Google Shape;209;p25"/>
          <p:cNvSpPr txBox="1"/>
          <p:nvPr>
            <p:ph idx="11" type="ftr"/>
          </p:nvPr>
        </p:nvSpPr>
        <p:spPr>
          <a:xfrm>
            <a:off x="151123" y="4967026"/>
            <a:ext cx="56445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210" name="Google Shape;210;p25"/>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211" name="Google Shape;211;p25"/>
          <p:cNvSpPr txBox="1"/>
          <p:nvPr/>
        </p:nvSpPr>
        <p:spPr>
          <a:xfrm>
            <a:off x="4672275" y="2597700"/>
            <a:ext cx="4437600" cy="2317200"/>
          </a:xfrm>
          <a:prstGeom prst="rect">
            <a:avLst/>
          </a:prstGeom>
          <a:noFill/>
          <a:ln>
            <a:noFill/>
          </a:ln>
        </p:spPr>
        <p:txBody>
          <a:bodyPr anchorCtr="0" anchor="t" bIns="0" lIns="0" spcFirstLastPara="1" rIns="0" wrap="square" tIns="87575">
            <a:noAutofit/>
          </a:bodyPr>
          <a:lstStyle/>
          <a:p>
            <a:pPr indent="0" lvl="0" marL="63500" rtl="0" algn="l">
              <a:lnSpc>
                <a:spcPct val="100000"/>
              </a:lnSpc>
              <a:spcBef>
                <a:spcPts val="0"/>
              </a:spcBef>
              <a:spcAft>
                <a:spcPts val="0"/>
              </a:spcAft>
              <a:buNone/>
            </a:pPr>
            <a:r>
              <a:rPr b="1" lang="en-GB" sz="1700">
                <a:solidFill>
                  <a:srgbClr val="133768"/>
                </a:solidFill>
                <a:latin typeface="Tahoma"/>
                <a:ea typeface="Tahoma"/>
                <a:cs typeface="Tahoma"/>
                <a:sym typeface="Tahoma"/>
              </a:rPr>
              <a:t>Data / Control Flow</a:t>
            </a:r>
            <a:endParaRPr sz="1700">
              <a:latin typeface="Tahoma"/>
              <a:ea typeface="Tahoma"/>
              <a:cs typeface="Tahoma"/>
              <a:sym typeface="Tahoma"/>
            </a:endParaRPr>
          </a:p>
          <a:p>
            <a:pPr indent="-273050" lvl="0" marL="495300" rtl="0" algn="l">
              <a:lnSpc>
                <a:spcPct val="100000"/>
              </a:lnSpc>
              <a:spcBef>
                <a:spcPts val="500"/>
              </a:spcBef>
              <a:spcAft>
                <a:spcPts val="0"/>
              </a:spcAft>
              <a:buClr>
                <a:srgbClr val="133768"/>
              </a:buClr>
              <a:buSzPts val="1700"/>
              <a:buFont typeface="Lucida Sans"/>
              <a:buChar char="►"/>
            </a:pPr>
            <a:r>
              <a:rPr b="1" lang="en-GB" sz="1100">
                <a:solidFill>
                  <a:schemeClr val="dk1"/>
                </a:solidFill>
              </a:rPr>
              <a:t>How data moves:</a:t>
            </a:r>
            <a:r>
              <a:rPr lang="en-GB" sz="1100">
                <a:solidFill>
                  <a:schemeClr val="dk1"/>
                </a:solidFill>
              </a:rPr>
              <a:t> Telemetry and CDMs enter C queues, feed the Logistic Regression model for risk scoring, and rank into the Max-Heap.</a:t>
            </a:r>
            <a:endParaRPr sz="1700">
              <a:latin typeface="Arial"/>
              <a:ea typeface="Arial"/>
              <a:cs typeface="Arial"/>
              <a:sym typeface="Arial"/>
            </a:endParaRPr>
          </a:p>
          <a:p>
            <a:pPr indent="-273050" lvl="0" marL="495300" rtl="0" algn="l">
              <a:lnSpc>
                <a:spcPct val="100000"/>
              </a:lnSpc>
              <a:spcBef>
                <a:spcPts val="400"/>
              </a:spcBef>
              <a:spcAft>
                <a:spcPts val="0"/>
              </a:spcAft>
              <a:buClr>
                <a:srgbClr val="133768"/>
              </a:buClr>
              <a:buSzPts val="1700"/>
              <a:buFont typeface="Lucida Sans"/>
              <a:buChar char="►"/>
            </a:pPr>
            <a:r>
              <a:rPr b="1" lang="en-GB" sz="1100">
                <a:solidFill>
                  <a:schemeClr val="dk1"/>
                </a:solidFill>
              </a:rPr>
              <a:t>How modules interact:</a:t>
            </a:r>
            <a:r>
              <a:rPr lang="en-GB" sz="1100">
                <a:solidFill>
                  <a:schemeClr val="dk1"/>
                </a:solidFill>
              </a:rPr>
              <a:t> The heap feeds the highest threat to the C++ dispatcher, which checks burn time and fuel limits before triggering an engine fallback.</a:t>
            </a:r>
            <a:endParaRPr sz="1700">
              <a:latin typeface="Arial"/>
              <a:ea typeface="Arial"/>
              <a:cs typeface="Arial"/>
              <a:sym typeface="Arial"/>
            </a:endParaRPr>
          </a:p>
          <a:p>
            <a:pPr indent="-273050" lvl="0" marL="495300" rtl="0" algn="l">
              <a:lnSpc>
                <a:spcPct val="100000"/>
              </a:lnSpc>
              <a:spcBef>
                <a:spcPts val="400"/>
              </a:spcBef>
              <a:spcAft>
                <a:spcPts val="0"/>
              </a:spcAft>
              <a:buClr>
                <a:srgbClr val="133768"/>
              </a:buClr>
              <a:buSzPts val="1700"/>
              <a:buFont typeface="Lucida Sans"/>
              <a:buChar char="►"/>
            </a:pPr>
            <a:r>
              <a:rPr b="1" lang="en-GB" sz="1100">
                <a:solidFill>
                  <a:schemeClr val="dk1"/>
                </a:solidFill>
              </a:rPr>
              <a:t>Expected output:</a:t>
            </a:r>
            <a:r>
              <a:rPr lang="en-GB" sz="1100">
                <a:solidFill>
                  <a:schemeClr val="dk1"/>
                </a:solidFill>
              </a:rPr>
              <a:t> Deterministic        burn command, updated fuel mass, and an immutable log entry.</a:t>
            </a:r>
            <a:endParaRPr sz="1700">
              <a:latin typeface="Arial"/>
              <a:ea typeface="Arial"/>
              <a:cs typeface="Arial"/>
              <a:sym typeface="Arial"/>
            </a:endParaRPr>
          </a:p>
        </p:txBody>
      </p:sp>
      <p:cxnSp>
        <p:nvCxnSpPr>
          <p:cNvPr id="212" name="Google Shape;212;p25"/>
          <p:cNvCxnSpPr>
            <a:stCxn id="191" idx="3"/>
            <a:endCxn id="195" idx="1"/>
          </p:cNvCxnSpPr>
          <p:nvPr/>
        </p:nvCxnSpPr>
        <p:spPr>
          <a:xfrm>
            <a:off x="1584025" y="1922700"/>
            <a:ext cx="323100" cy="8700"/>
          </a:xfrm>
          <a:prstGeom prst="straightConnector1">
            <a:avLst/>
          </a:prstGeom>
          <a:noFill/>
          <a:ln cap="flat" cmpd="sng" w="9525">
            <a:solidFill>
              <a:schemeClr val="dk2"/>
            </a:solidFill>
            <a:prstDash val="solid"/>
            <a:round/>
            <a:headEnd len="med" w="med" type="none"/>
            <a:tailEnd len="med" w="med" type="triangle"/>
          </a:ln>
        </p:spPr>
      </p:cxnSp>
      <p:cxnSp>
        <p:nvCxnSpPr>
          <p:cNvPr id="213" name="Google Shape;213;p25"/>
          <p:cNvCxnSpPr>
            <a:endCxn id="199" idx="1"/>
          </p:cNvCxnSpPr>
          <p:nvPr/>
        </p:nvCxnSpPr>
        <p:spPr>
          <a:xfrm>
            <a:off x="3480200" y="1917275"/>
            <a:ext cx="304200" cy="7800"/>
          </a:xfrm>
          <a:prstGeom prst="straightConnector1">
            <a:avLst/>
          </a:prstGeom>
          <a:noFill/>
          <a:ln cap="flat" cmpd="sng" w="9525">
            <a:solidFill>
              <a:schemeClr val="dk2"/>
            </a:solidFill>
            <a:prstDash val="solid"/>
            <a:round/>
            <a:headEnd len="med" w="med" type="none"/>
            <a:tailEnd len="med" w="med" type="triangle"/>
          </a:ln>
        </p:spPr>
      </p:cxnSp>
      <p:cxnSp>
        <p:nvCxnSpPr>
          <p:cNvPr id="214" name="Google Shape;214;p25"/>
          <p:cNvCxnSpPr>
            <a:stCxn id="199" idx="3"/>
            <a:endCxn id="203" idx="1"/>
          </p:cNvCxnSpPr>
          <p:nvPr/>
        </p:nvCxnSpPr>
        <p:spPr>
          <a:xfrm>
            <a:off x="5380100" y="1925075"/>
            <a:ext cx="226200" cy="12300"/>
          </a:xfrm>
          <a:prstGeom prst="straightConnector1">
            <a:avLst/>
          </a:prstGeom>
          <a:noFill/>
          <a:ln cap="flat" cmpd="sng" w="9525">
            <a:solidFill>
              <a:schemeClr val="dk2"/>
            </a:solidFill>
            <a:prstDash val="solid"/>
            <a:round/>
            <a:headEnd len="med" w="med" type="none"/>
            <a:tailEnd len="med" w="med" type="triangle"/>
          </a:ln>
        </p:spPr>
      </p:cxnSp>
      <p:cxnSp>
        <p:nvCxnSpPr>
          <p:cNvPr id="215" name="Google Shape;215;p25"/>
          <p:cNvCxnSpPr>
            <a:stCxn id="203" idx="3"/>
            <a:endCxn id="207" idx="1"/>
          </p:cNvCxnSpPr>
          <p:nvPr/>
        </p:nvCxnSpPr>
        <p:spPr>
          <a:xfrm>
            <a:off x="7199475" y="1937400"/>
            <a:ext cx="249300" cy="7800"/>
          </a:xfrm>
          <a:prstGeom prst="straightConnector1">
            <a:avLst/>
          </a:prstGeom>
          <a:noFill/>
          <a:ln cap="flat" cmpd="sng" w="9525">
            <a:solidFill>
              <a:schemeClr val="dk2"/>
            </a:solidFill>
            <a:prstDash val="solid"/>
            <a:round/>
            <a:headEnd len="med" w="med" type="none"/>
            <a:tailEnd len="med" w="med" type="triangle"/>
          </a:ln>
        </p:spPr>
      </p:cxnSp>
      <p:pic>
        <p:nvPicPr>
          <p:cNvPr id="216" name="Google Shape;216;p25" title="{&quot;red&quot;:0,&quot;green&quot;:0,&quot;blue&quot;:0,&quot;origURL&quot;:&quot;https://saxarona.github.io/mathjax-viewer/?input=%5CDelta%20V#0&quot;,&quot;size&quot;:11,&quot;width&quot;:344.6929133858268,&quot;height&quot;:169.18110236220468,&quot;slideId&quot;:&quot;g3fa2390e273_3_140&quot;,&quot;pageElementId&quot;:&quot;g3fa2390e273_3_185&quot;,&quot;spaceCount&quot;:6,&quot;spaceStart&quot;:339}"/>
          <p:cNvPicPr preferRelativeResize="0"/>
          <p:nvPr/>
        </p:nvPicPr>
        <p:blipFill rotWithShape="1">
          <a:blip r:embed="rId3">
            <a:alphaModFix/>
          </a:blip>
          <a:srcRect b="0" l="5453" r="5444" t="0"/>
          <a:stretch/>
        </p:blipFill>
        <p:spPr>
          <a:xfrm>
            <a:off x="7199475" y="4385700"/>
            <a:ext cx="249302" cy="118709"/>
          </a:xfrm>
          <a:prstGeom prst="rect">
            <a:avLst/>
          </a:prstGeom>
          <a:noFill/>
          <a:ln>
            <a:noFill/>
          </a:ln>
        </p:spPr>
      </p:pic>
      <p:sp>
        <p:nvSpPr>
          <p:cNvPr id="217" name="Google Shape;217;p25"/>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218" name="Google Shape;218;p25" title="graphicera_logo.png"/>
          <p:cNvPicPr preferRelativeResize="0"/>
          <p:nvPr/>
        </p:nvPicPr>
        <p:blipFill>
          <a:blip r:embed="rId4">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nvSpPr>
        <p:spPr>
          <a:xfrm>
            <a:off x="8585429" y="174927"/>
            <a:ext cx="552870" cy="185205"/>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000">
                <a:latin typeface="Calibri"/>
                <a:ea typeface="Calibri"/>
                <a:cs typeface="Calibri"/>
                <a:sym typeface="Calibri"/>
              </a:rPr>
              <a:t>graphice</a:t>
            </a:r>
            <a:endParaRPr sz="1000">
              <a:latin typeface="Calibri"/>
              <a:ea typeface="Calibri"/>
              <a:cs typeface="Calibri"/>
              <a:sym typeface="Calibri"/>
            </a:endParaRPr>
          </a:p>
        </p:txBody>
      </p:sp>
      <p:grpSp>
        <p:nvGrpSpPr>
          <p:cNvPr id="224" name="Google Shape;224;p26"/>
          <p:cNvGrpSpPr/>
          <p:nvPr/>
        </p:nvGrpSpPr>
        <p:grpSpPr>
          <a:xfrm>
            <a:off x="8562912" y="115088"/>
            <a:ext cx="354481" cy="354308"/>
            <a:chOff x="5399392" y="72605"/>
            <a:chExt cx="223520" cy="223520"/>
          </a:xfrm>
        </p:grpSpPr>
        <p:sp>
          <p:nvSpPr>
            <p:cNvPr id="225" name="Google Shape;225;p26"/>
            <p:cNvSpPr/>
            <p:nvPr/>
          </p:nvSpPr>
          <p:spPr>
            <a:xfrm>
              <a:off x="5399392" y="293281"/>
              <a:ext cx="223520"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26" name="Google Shape;226;p26"/>
            <p:cNvSpPr/>
            <p:nvPr/>
          </p:nvSpPr>
          <p:spPr>
            <a:xfrm>
              <a:off x="5620054" y="72605"/>
              <a:ext cx="0" cy="223520"/>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descr="$PPTXTitle" id="227" name="Google Shape;227;p26"/>
          <p:cNvSpPr txBox="1"/>
          <p:nvPr>
            <p:ph type="title"/>
          </p:nvPr>
        </p:nvSpPr>
        <p:spPr>
          <a:xfrm>
            <a:off x="550775" y="209054"/>
            <a:ext cx="60039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Technology Stack &amp; Methodology</a:t>
            </a:r>
            <a:endParaRPr/>
          </a:p>
        </p:txBody>
      </p:sp>
      <p:sp>
        <p:nvSpPr>
          <p:cNvPr id="228" name="Google Shape;228;p26"/>
          <p:cNvSpPr/>
          <p:nvPr/>
        </p:nvSpPr>
        <p:spPr>
          <a:xfrm>
            <a:off x="575528" y="704356"/>
            <a:ext cx="7988392"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29" name="Google Shape;229;p26"/>
          <p:cNvSpPr/>
          <p:nvPr/>
        </p:nvSpPr>
        <p:spPr>
          <a:xfrm>
            <a:off x="292350" y="1004512"/>
            <a:ext cx="4077637" cy="311548"/>
          </a:xfrm>
          <a:custGeom>
            <a:rect b="b" l="l" r="r" t="t"/>
            <a:pathLst>
              <a:path extrusionOk="0" h="198755" w="2520950">
                <a:moveTo>
                  <a:pt x="2470010" y="0"/>
                </a:moveTo>
                <a:lnTo>
                  <a:pt x="50800" y="0"/>
                </a:lnTo>
                <a:lnTo>
                  <a:pt x="31075" y="4008"/>
                </a:lnTo>
                <a:lnTo>
                  <a:pt x="14922" y="14922"/>
                </a:lnTo>
                <a:lnTo>
                  <a:pt x="4008" y="31075"/>
                </a:lnTo>
                <a:lnTo>
                  <a:pt x="0" y="50800"/>
                </a:lnTo>
                <a:lnTo>
                  <a:pt x="0" y="198367"/>
                </a:lnTo>
                <a:lnTo>
                  <a:pt x="2520810" y="198367"/>
                </a:lnTo>
                <a:lnTo>
                  <a:pt x="2520810" y="50800"/>
                </a:lnTo>
                <a:lnTo>
                  <a:pt x="2516802" y="31075"/>
                </a:lnTo>
                <a:lnTo>
                  <a:pt x="2505888" y="14922"/>
                </a:lnTo>
                <a:lnTo>
                  <a:pt x="2489735" y="4008"/>
                </a:lnTo>
                <a:lnTo>
                  <a:pt x="24700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30" name="Google Shape;230;p26"/>
          <p:cNvSpPr txBox="1"/>
          <p:nvPr/>
        </p:nvSpPr>
        <p:spPr>
          <a:xfrm>
            <a:off x="550775" y="1004437"/>
            <a:ext cx="2520000" cy="311700"/>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900">
                <a:solidFill>
                  <a:srgbClr val="133768"/>
                </a:solidFill>
                <a:latin typeface="Arial"/>
                <a:ea typeface="Arial"/>
                <a:cs typeface="Arial"/>
                <a:sym typeface="Arial"/>
              </a:rPr>
              <a:t>Technology Stack</a:t>
            </a:r>
            <a:endParaRPr sz="1900">
              <a:latin typeface="Arial"/>
              <a:ea typeface="Arial"/>
              <a:cs typeface="Arial"/>
              <a:sym typeface="Arial"/>
            </a:endParaRPr>
          </a:p>
        </p:txBody>
      </p:sp>
      <p:grpSp>
        <p:nvGrpSpPr>
          <p:cNvPr id="231" name="Google Shape;231;p26"/>
          <p:cNvGrpSpPr/>
          <p:nvPr/>
        </p:nvGrpSpPr>
        <p:grpSpPr>
          <a:xfrm>
            <a:off x="292476" y="1365513"/>
            <a:ext cx="4077385" cy="2612358"/>
            <a:chOff x="309193" y="1390294"/>
            <a:chExt cx="2520950" cy="1042483"/>
          </a:xfrm>
        </p:grpSpPr>
        <p:pic>
          <p:nvPicPr>
            <p:cNvPr id="232" name="Google Shape;232;p26"/>
            <p:cNvPicPr preferRelativeResize="0"/>
            <p:nvPr/>
          </p:nvPicPr>
          <p:blipFill rotWithShape="1">
            <a:blip r:embed="rId3">
              <a:alphaModFix/>
            </a:blip>
            <a:srcRect b="0" l="0" r="0" t="0"/>
            <a:stretch/>
          </p:blipFill>
          <p:spPr>
            <a:xfrm>
              <a:off x="309193" y="1390294"/>
              <a:ext cx="2520810" cy="50609"/>
            </a:xfrm>
            <a:prstGeom prst="rect">
              <a:avLst/>
            </a:prstGeom>
            <a:noFill/>
            <a:ln>
              <a:noFill/>
            </a:ln>
          </p:spPr>
        </p:pic>
        <p:sp>
          <p:nvSpPr>
            <p:cNvPr id="233" name="Google Shape;233;p26"/>
            <p:cNvSpPr/>
            <p:nvPr/>
          </p:nvSpPr>
          <p:spPr>
            <a:xfrm>
              <a:off x="309193" y="1434558"/>
              <a:ext cx="2520950" cy="998219"/>
            </a:xfrm>
            <a:custGeom>
              <a:rect b="b" l="l" r="r" t="t"/>
              <a:pathLst>
                <a:path extrusionOk="0" h="998219" w="2520950">
                  <a:moveTo>
                    <a:pt x="2520810" y="0"/>
                  </a:moveTo>
                  <a:lnTo>
                    <a:pt x="0" y="0"/>
                  </a:lnTo>
                  <a:lnTo>
                    <a:pt x="0" y="947008"/>
                  </a:lnTo>
                  <a:lnTo>
                    <a:pt x="4008" y="966733"/>
                  </a:lnTo>
                  <a:lnTo>
                    <a:pt x="14922" y="982886"/>
                  </a:lnTo>
                  <a:lnTo>
                    <a:pt x="31075" y="993800"/>
                  </a:lnTo>
                  <a:lnTo>
                    <a:pt x="50800" y="997808"/>
                  </a:lnTo>
                  <a:lnTo>
                    <a:pt x="2470010" y="997808"/>
                  </a:lnTo>
                  <a:lnTo>
                    <a:pt x="2489735" y="993800"/>
                  </a:lnTo>
                  <a:lnTo>
                    <a:pt x="2505888" y="982886"/>
                  </a:lnTo>
                  <a:lnTo>
                    <a:pt x="2516802" y="966733"/>
                  </a:lnTo>
                  <a:lnTo>
                    <a:pt x="2520810" y="947008"/>
                  </a:lnTo>
                  <a:lnTo>
                    <a:pt x="25208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id="234" name="Google Shape;234;p26"/>
          <p:cNvSpPr txBox="1"/>
          <p:nvPr/>
        </p:nvSpPr>
        <p:spPr>
          <a:xfrm>
            <a:off x="499075" y="1504932"/>
            <a:ext cx="3664200" cy="2212800"/>
          </a:xfrm>
          <a:prstGeom prst="rect">
            <a:avLst/>
          </a:prstGeom>
          <a:noFill/>
          <a:ln>
            <a:noFill/>
          </a:ln>
        </p:spPr>
        <p:txBody>
          <a:bodyPr anchorCtr="0" anchor="t" bIns="0" lIns="0" spcFirstLastPara="1" rIns="0" wrap="square" tIns="67425">
            <a:spAutoFit/>
          </a:bodyPr>
          <a:lstStyle/>
          <a:p>
            <a:pPr indent="-292100" lvl="0" marL="342900" rtl="0" algn="l">
              <a:lnSpc>
                <a:spcPct val="100000"/>
              </a:lnSpc>
              <a:spcBef>
                <a:spcPts val="0"/>
              </a:spcBef>
              <a:spcAft>
                <a:spcPts val="0"/>
              </a:spcAft>
              <a:buClr>
                <a:srgbClr val="133768"/>
              </a:buClr>
              <a:buSzPts val="1800"/>
              <a:buFont typeface="Lucida Sans"/>
              <a:buChar char="►"/>
            </a:pPr>
            <a:r>
              <a:rPr b="1" lang="en-GB" sz="1800">
                <a:latin typeface="Tahoma"/>
                <a:ea typeface="Tahoma"/>
                <a:cs typeface="Tahoma"/>
                <a:sym typeface="Tahoma"/>
              </a:rPr>
              <a:t>Programming</a:t>
            </a:r>
            <a:r>
              <a:rPr lang="en-GB" sz="1800">
                <a:latin typeface="Tahoma"/>
                <a:ea typeface="Tahoma"/>
                <a:cs typeface="Tahoma"/>
                <a:sym typeface="Tahoma"/>
              </a:rPr>
              <a:t>: C/C++</a:t>
            </a:r>
            <a:endParaRPr sz="1800">
              <a:latin typeface="Arial"/>
              <a:ea typeface="Arial"/>
              <a:cs typeface="Arial"/>
              <a:sym typeface="Arial"/>
            </a:endParaRPr>
          </a:p>
          <a:p>
            <a:pPr indent="-292100" lvl="0" marL="342900" rtl="0" algn="l">
              <a:lnSpc>
                <a:spcPct val="100000"/>
              </a:lnSpc>
              <a:spcBef>
                <a:spcPts val="400"/>
              </a:spcBef>
              <a:spcAft>
                <a:spcPts val="0"/>
              </a:spcAft>
              <a:buClr>
                <a:srgbClr val="133768"/>
              </a:buClr>
              <a:buSzPts val="1800"/>
              <a:buFont typeface="Lucida Sans"/>
              <a:buChar char="►"/>
            </a:pPr>
            <a:r>
              <a:rPr b="1" lang="en-GB" sz="1800">
                <a:latin typeface="Tahoma"/>
                <a:ea typeface="Tahoma"/>
                <a:cs typeface="Tahoma"/>
                <a:sym typeface="Tahoma"/>
              </a:rPr>
              <a:t>Database</a:t>
            </a:r>
            <a:r>
              <a:rPr lang="en-GB" sz="1800">
                <a:latin typeface="Tahoma"/>
                <a:ea typeface="Tahoma"/>
                <a:cs typeface="Tahoma"/>
                <a:sym typeface="Tahoma"/>
              </a:rPr>
              <a:t>:In-Memory Data Structures</a:t>
            </a:r>
            <a:endParaRPr sz="1800">
              <a:latin typeface="Arial"/>
              <a:ea typeface="Arial"/>
              <a:cs typeface="Arial"/>
              <a:sym typeface="Arial"/>
            </a:endParaRPr>
          </a:p>
          <a:p>
            <a:pPr indent="-292100" lvl="0" marL="342900" rtl="0" algn="l">
              <a:lnSpc>
                <a:spcPct val="100000"/>
              </a:lnSpc>
              <a:spcBef>
                <a:spcPts val="400"/>
              </a:spcBef>
              <a:spcAft>
                <a:spcPts val="0"/>
              </a:spcAft>
              <a:buClr>
                <a:srgbClr val="133768"/>
              </a:buClr>
              <a:buSzPts val="1800"/>
              <a:buFont typeface="Lucida Sans"/>
              <a:buChar char="►"/>
            </a:pPr>
            <a:r>
              <a:rPr b="1" lang="en-GB" sz="1800">
                <a:latin typeface="Tahoma"/>
                <a:ea typeface="Tahoma"/>
                <a:cs typeface="Tahoma"/>
                <a:sym typeface="Tahoma"/>
              </a:rPr>
              <a:t>Tools / Framework</a:t>
            </a:r>
            <a:r>
              <a:rPr lang="en-GB" sz="1800">
                <a:latin typeface="Tahoma"/>
                <a:ea typeface="Tahoma"/>
                <a:cs typeface="Tahoma"/>
                <a:sym typeface="Tahoma"/>
              </a:rPr>
              <a:t>: Scikit-learn, CMake, GCC</a:t>
            </a:r>
            <a:endParaRPr sz="1800">
              <a:latin typeface="Arial"/>
              <a:ea typeface="Arial"/>
              <a:cs typeface="Arial"/>
              <a:sym typeface="Arial"/>
            </a:endParaRPr>
          </a:p>
          <a:p>
            <a:pPr indent="-292100" lvl="0" marL="342900" rtl="0" algn="l">
              <a:lnSpc>
                <a:spcPct val="100000"/>
              </a:lnSpc>
              <a:spcBef>
                <a:spcPts val="400"/>
              </a:spcBef>
              <a:spcAft>
                <a:spcPts val="0"/>
              </a:spcAft>
              <a:buClr>
                <a:srgbClr val="133768"/>
              </a:buClr>
              <a:buSzPts val="1800"/>
              <a:buFont typeface="Lucida Sans"/>
              <a:buChar char="►"/>
            </a:pPr>
            <a:r>
              <a:rPr b="1" lang="en-GB" sz="1800">
                <a:latin typeface="Tahoma"/>
                <a:ea typeface="Tahoma"/>
                <a:cs typeface="Tahoma"/>
                <a:sym typeface="Tahoma"/>
              </a:rPr>
              <a:t>IDE</a:t>
            </a:r>
            <a:r>
              <a:rPr lang="en-GB" sz="1800">
                <a:latin typeface="Tahoma"/>
                <a:ea typeface="Tahoma"/>
                <a:cs typeface="Tahoma"/>
                <a:sym typeface="Tahoma"/>
              </a:rPr>
              <a:t>: Visual Studio Code</a:t>
            </a:r>
            <a:endParaRPr sz="1800">
              <a:latin typeface="Arial"/>
              <a:ea typeface="Arial"/>
              <a:cs typeface="Arial"/>
              <a:sym typeface="Arial"/>
            </a:endParaRPr>
          </a:p>
          <a:p>
            <a:pPr indent="-292100" lvl="0" marL="342900" rtl="0" algn="l">
              <a:lnSpc>
                <a:spcPct val="100000"/>
              </a:lnSpc>
              <a:spcBef>
                <a:spcPts val="400"/>
              </a:spcBef>
              <a:spcAft>
                <a:spcPts val="0"/>
              </a:spcAft>
              <a:buClr>
                <a:srgbClr val="133768"/>
              </a:buClr>
              <a:buSzPts val="1800"/>
              <a:buFont typeface="Lucida Sans"/>
              <a:buChar char="►"/>
            </a:pPr>
            <a:r>
              <a:rPr b="1" lang="en-GB" sz="1800">
                <a:latin typeface="Tahoma"/>
                <a:ea typeface="Tahoma"/>
                <a:cs typeface="Tahoma"/>
                <a:sym typeface="Tahoma"/>
              </a:rPr>
              <a:t>Version Control</a:t>
            </a:r>
            <a:r>
              <a:rPr lang="en-GB" sz="1800">
                <a:latin typeface="Tahoma"/>
                <a:ea typeface="Tahoma"/>
                <a:cs typeface="Tahoma"/>
                <a:sym typeface="Tahoma"/>
              </a:rPr>
              <a:t>:Git &amp; GitHub</a:t>
            </a:r>
            <a:endParaRPr sz="1800">
              <a:latin typeface="Arial"/>
              <a:ea typeface="Arial"/>
              <a:cs typeface="Arial"/>
              <a:sym typeface="Arial"/>
            </a:endParaRPr>
          </a:p>
        </p:txBody>
      </p:sp>
      <p:sp>
        <p:nvSpPr>
          <p:cNvPr id="235" name="Google Shape;235;p26"/>
          <p:cNvSpPr/>
          <p:nvPr/>
        </p:nvSpPr>
        <p:spPr>
          <a:xfrm>
            <a:off x="4647938" y="987826"/>
            <a:ext cx="4165870" cy="328940"/>
          </a:xfrm>
          <a:custGeom>
            <a:rect b="b" l="l" r="r" t="t"/>
            <a:pathLst>
              <a:path extrusionOk="0" h="198755" w="2520950">
                <a:moveTo>
                  <a:pt x="2470010" y="0"/>
                </a:moveTo>
                <a:lnTo>
                  <a:pt x="50800" y="0"/>
                </a:lnTo>
                <a:lnTo>
                  <a:pt x="31075" y="4008"/>
                </a:lnTo>
                <a:lnTo>
                  <a:pt x="14922" y="14922"/>
                </a:lnTo>
                <a:lnTo>
                  <a:pt x="4008" y="31075"/>
                </a:lnTo>
                <a:lnTo>
                  <a:pt x="0" y="50800"/>
                </a:lnTo>
                <a:lnTo>
                  <a:pt x="0" y="198367"/>
                </a:lnTo>
                <a:lnTo>
                  <a:pt x="2520810" y="198367"/>
                </a:lnTo>
                <a:lnTo>
                  <a:pt x="2520810" y="50800"/>
                </a:lnTo>
                <a:lnTo>
                  <a:pt x="2516802" y="31075"/>
                </a:lnTo>
                <a:lnTo>
                  <a:pt x="2505888" y="14922"/>
                </a:lnTo>
                <a:lnTo>
                  <a:pt x="2489735" y="4008"/>
                </a:lnTo>
                <a:lnTo>
                  <a:pt x="24700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36" name="Google Shape;236;p26"/>
          <p:cNvSpPr txBox="1"/>
          <p:nvPr/>
        </p:nvSpPr>
        <p:spPr>
          <a:xfrm>
            <a:off x="4647951" y="996462"/>
            <a:ext cx="3541800" cy="311700"/>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900">
                <a:solidFill>
                  <a:srgbClr val="133768"/>
                </a:solidFill>
                <a:latin typeface="Arial"/>
                <a:ea typeface="Arial"/>
                <a:cs typeface="Arial"/>
                <a:sym typeface="Arial"/>
              </a:rPr>
              <a:t>Development Methodology</a:t>
            </a:r>
            <a:endParaRPr sz="1900">
              <a:latin typeface="Arial"/>
              <a:ea typeface="Arial"/>
              <a:cs typeface="Arial"/>
              <a:sym typeface="Arial"/>
            </a:endParaRPr>
          </a:p>
        </p:txBody>
      </p:sp>
      <p:grpSp>
        <p:nvGrpSpPr>
          <p:cNvPr id="237" name="Google Shape;237;p26"/>
          <p:cNvGrpSpPr/>
          <p:nvPr/>
        </p:nvGrpSpPr>
        <p:grpSpPr>
          <a:xfrm>
            <a:off x="4646162" y="1365530"/>
            <a:ext cx="4168139" cy="2612354"/>
            <a:chOff x="2930016" y="1390294"/>
            <a:chExt cx="2520950" cy="999944"/>
          </a:xfrm>
        </p:grpSpPr>
        <p:pic>
          <p:nvPicPr>
            <p:cNvPr id="238" name="Google Shape;238;p26"/>
            <p:cNvPicPr preferRelativeResize="0"/>
            <p:nvPr/>
          </p:nvPicPr>
          <p:blipFill rotWithShape="1">
            <a:blip r:embed="rId4">
              <a:alphaModFix/>
            </a:blip>
            <a:srcRect b="0" l="0" r="0" t="0"/>
            <a:stretch/>
          </p:blipFill>
          <p:spPr>
            <a:xfrm>
              <a:off x="2930016" y="1390294"/>
              <a:ext cx="2520810" cy="50609"/>
            </a:xfrm>
            <a:prstGeom prst="rect">
              <a:avLst/>
            </a:prstGeom>
            <a:noFill/>
            <a:ln>
              <a:noFill/>
            </a:ln>
          </p:spPr>
        </p:pic>
        <p:sp>
          <p:nvSpPr>
            <p:cNvPr id="239" name="Google Shape;239;p26"/>
            <p:cNvSpPr/>
            <p:nvPr/>
          </p:nvSpPr>
          <p:spPr>
            <a:xfrm>
              <a:off x="2930016" y="1434563"/>
              <a:ext cx="2520950" cy="955675"/>
            </a:xfrm>
            <a:custGeom>
              <a:rect b="b" l="l" r="r" t="t"/>
              <a:pathLst>
                <a:path extrusionOk="0" h="955675" w="2520950">
                  <a:moveTo>
                    <a:pt x="2520810" y="0"/>
                  </a:moveTo>
                  <a:lnTo>
                    <a:pt x="0" y="0"/>
                  </a:lnTo>
                  <a:lnTo>
                    <a:pt x="0" y="904674"/>
                  </a:lnTo>
                  <a:lnTo>
                    <a:pt x="4008" y="924399"/>
                  </a:lnTo>
                  <a:lnTo>
                    <a:pt x="14922" y="940552"/>
                  </a:lnTo>
                  <a:lnTo>
                    <a:pt x="31075" y="951466"/>
                  </a:lnTo>
                  <a:lnTo>
                    <a:pt x="50800" y="955474"/>
                  </a:lnTo>
                  <a:lnTo>
                    <a:pt x="2470010" y="955474"/>
                  </a:lnTo>
                  <a:lnTo>
                    <a:pt x="2489735" y="951466"/>
                  </a:lnTo>
                  <a:lnTo>
                    <a:pt x="2505888" y="940552"/>
                  </a:lnTo>
                  <a:lnTo>
                    <a:pt x="2516802" y="924399"/>
                  </a:lnTo>
                  <a:lnTo>
                    <a:pt x="2520810" y="904674"/>
                  </a:lnTo>
                  <a:lnTo>
                    <a:pt x="2520810" y="0"/>
                  </a:lnTo>
                  <a:close/>
                </a:path>
              </a:pathLst>
            </a:custGeom>
            <a:solidFill>
              <a:srgbClr val="EDF3F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2294"/>
            </a:p>
          </p:txBody>
        </p:sp>
      </p:grpSp>
      <p:sp>
        <p:nvSpPr>
          <p:cNvPr id="240" name="Google Shape;240;p26"/>
          <p:cNvSpPr txBox="1"/>
          <p:nvPr/>
        </p:nvSpPr>
        <p:spPr>
          <a:xfrm>
            <a:off x="4647950" y="1455375"/>
            <a:ext cx="3977700" cy="2428200"/>
          </a:xfrm>
          <a:prstGeom prst="rect">
            <a:avLst/>
          </a:prstGeom>
          <a:noFill/>
          <a:ln>
            <a:noFill/>
          </a:ln>
        </p:spPr>
        <p:txBody>
          <a:bodyPr anchorCtr="0" anchor="t" bIns="0" lIns="0" spcFirstLastPara="1" rIns="0" wrap="square" tIns="67425">
            <a:spAutoFit/>
          </a:bodyPr>
          <a:lstStyle/>
          <a:p>
            <a:pPr indent="-336550" lvl="0" marL="457200" rtl="0" algn="l">
              <a:spcBef>
                <a:spcPts val="400"/>
              </a:spcBef>
              <a:spcAft>
                <a:spcPts val="0"/>
              </a:spcAft>
              <a:buClr>
                <a:srgbClr val="133768"/>
              </a:buClr>
              <a:buSzPts val="1700"/>
              <a:buFont typeface="Tahoma"/>
              <a:buAutoNum type="arabicPeriod"/>
            </a:pPr>
            <a:r>
              <a:rPr b="1" lang="en-GB" sz="1100">
                <a:solidFill>
                  <a:schemeClr val="dk1"/>
                </a:solidFill>
              </a:rPr>
              <a:t>Requirement Analysis:</a:t>
            </a:r>
            <a:r>
              <a:rPr lang="en-GB" sz="1100">
                <a:solidFill>
                  <a:schemeClr val="dk1"/>
                </a:solidFill>
              </a:rPr>
              <a:t> Defined collision alert inputs and response timing needs</a:t>
            </a:r>
            <a:endParaRPr sz="1100">
              <a:solidFill>
                <a:schemeClr val="dk1"/>
              </a:solidFill>
            </a:endParaRPr>
          </a:p>
          <a:p>
            <a:pPr indent="-336550" lvl="0" marL="457200" rtl="0" algn="l">
              <a:spcBef>
                <a:spcPts val="400"/>
              </a:spcBef>
              <a:spcAft>
                <a:spcPts val="0"/>
              </a:spcAft>
              <a:buClr>
                <a:srgbClr val="133768"/>
              </a:buClr>
              <a:buSzPts val="1700"/>
              <a:buFont typeface="Tahoma"/>
              <a:buAutoNum type="arabicPeriod"/>
            </a:pPr>
            <a:r>
              <a:rPr b="1" lang="en-GB" sz="1100">
                <a:solidFill>
                  <a:schemeClr val="dk1"/>
                </a:solidFill>
              </a:rPr>
              <a:t>System Design:</a:t>
            </a:r>
            <a:r>
              <a:rPr lang="en-GB" sz="1100">
                <a:solidFill>
                  <a:schemeClr val="dk1"/>
                </a:solidFill>
              </a:rPr>
              <a:t> Planned memory queues, threat scoring, and thruster logic</a:t>
            </a:r>
            <a:endParaRPr sz="1100">
              <a:solidFill>
                <a:schemeClr val="dk1"/>
              </a:solidFill>
            </a:endParaRPr>
          </a:p>
          <a:p>
            <a:pPr indent="-336550" lvl="0" marL="457200" rtl="0" algn="l">
              <a:spcBef>
                <a:spcPts val="400"/>
              </a:spcBef>
              <a:spcAft>
                <a:spcPts val="0"/>
              </a:spcAft>
              <a:buClr>
                <a:srgbClr val="133768"/>
              </a:buClr>
              <a:buSzPts val="1700"/>
              <a:buFont typeface="Tahoma"/>
              <a:buAutoNum type="arabicPeriod"/>
            </a:pPr>
            <a:r>
              <a:rPr b="1" lang="en-GB" sz="1100">
                <a:solidFill>
                  <a:schemeClr val="dk1"/>
                </a:solidFill>
              </a:rPr>
              <a:t>Implementation:</a:t>
            </a:r>
            <a:r>
              <a:rPr lang="en-GB" sz="1100">
                <a:solidFill>
                  <a:schemeClr val="dk1"/>
                </a:solidFill>
              </a:rPr>
              <a:t> Wrote core C buffers, ML classifier, and C++ engine controllers</a:t>
            </a:r>
            <a:endParaRPr sz="1100">
              <a:solidFill>
                <a:schemeClr val="dk1"/>
              </a:solidFill>
            </a:endParaRPr>
          </a:p>
          <a:p>
            <a:pPr indent="-336550" lvl="0" marL="457200" rtl="0" algn="l">
              <a:spcBef>
                <a:spcPts val="400"/>
              </a:spcBef>
              <a:spcAft>
                <a:spcPts val="0"/>
              </a:spcAft>
              <a:buClr>
                <a:srgbClr val="133768"/>
              </a:buClr>
              <a:buSzPts val="1700"/>
              <a:buFont typeface="Tahoma"/>
              <a:buAutoNum type="arabicPeriod"/>
            </a:pPr>
            <a:r>
              <a:rPr b="1" lang="en-GB" sz="1100">
                <a:solidFill>
                  <a:schemeClr val="dk1"/>
                </a:solidFill>
              </a:rPr>
              <a:t>Testing:</a:t>
            </a:r>
            <a:r>
              <a:rPr lang="en-GB" sz="1100">
                <a:solidFill>
                  <a:schemeClr val="dk1"/>
                </a:solidFill>
              </a:rPr>
              <a:t> Tested with simulated close-approach data and thruster failures</a:t>
            </a:r>
            <a:endParaRPr sz="1100">
              <a:solidFill>
                <a:schemeClr val="dk1"/>
              </a:solidFill>
            </a:endParaRPr>
          </a:p>
          <a:p>
            <a:pPr indent="-336550" lvl="0" marL="457200" rtl="0" algn="l">
              <a:spcBef>
                <a:spcPts val="400"/>
              </a:spcBef>
              <a:spcAft>
                <a:spcPts val="0"/>
              </a:spcAft>
              <a:buClr>
                <a:srgbClr val="133768"/>
              </a:buClr>
              <a:buSzPts val="1700"/>
              <a:buFont typeface="Tahoma"/>
              <a:buAutoNum type="arabicPeriod"/>
            </a:pPr>
            <a:r>
              <a:rPr b="1" lang="en-GB" sz="1100">
                <a:solidFill>
                  <a:schemeClr val="dk1"/>
                </a:solidFill>
              </a:rPr>
              <a:t>Evaluation:</a:t>
            </a:r>
            <a:r>
              <a:rPr lang="en-GB" sz="1100">
                <a:solidFill>
                  <a:schemeClr val="dk1"/>
                </a:solidFill>
              </a:rPr>
              <a:t> Verified decision speed, memory stability, and maneuver validity.</a:t>
            </a:r>
            <a:endParaRPr sz="1700">
              <a:latin typeface="Tahoma"/>
              <a:ea typeface="Tahoma"/>
              <a:cs typeface="Tahoma"/>
              <a:sym typeface="Tahoma"/>
            </a:endParaRPr>
          </a:p>
        </p:txBody>
      </p:sp>
      <p:sp>
        <p:nvSpPr>
          <p:cNvPr id="241" name="Google Shape;241;p26"/>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242" name="Google Shape;242;p26"/>
          <p:cNvSpPr txBox="1"/>
          <p:nvPr/>
        </p:nvSpPr>
        <p:spPr>
          <a:xfrm>
            <a:off x="292475" y="4039725"/>
            <a:ext cx="7344000" cy="10506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19100">
            <a:spAutoFit/>
          </a:bodyPr>
          <a:lstStyle/>
          <a:p>
            <a:pPr indent="0" lvl="0" marL="0" rtl="0" algn="l">
              <a:spcBef>
                <a:spcPts val="1200"/>
              </a:spcBef>
              <a:spcAft>
                <a:spcPts val="0"/>
              </a:spcAft>
              <a:buClr>
                <a:schemeClr val="dk1"/>
              </a:buClr>
              <a:buSzPts val="1100"/>
              <a:buFont typeface="Arial"/>
              <a:buNone/>
            </a:pPr>
            <a:r>
              <a:rPr b="1" lang="en-GB" sz="700">
                <a:solidFill>
                  <a:srgbClr val="595959"/>
                </a:solidFill>
              </a:rPr>
              <a:t>Technology Justification</a:t>
            </a:r>
            <a:endParaRPr b="1" sz="700">
              <a:solidFill>
                <a:srgbClr val="595959"/>
              </a:solidFill>
            </a:endParaRPr>
          </a:p>
          <a:p>
            <a:pPr indent="-273050" lvl="0" marL="457200" rtl="0" algn="l">
              <a:spcBef>
                <a:spcPts val="1200"/>
              </a:spcBef>
              <a:spcAft>
                <a:spcPts val="0"/>
              </a:spcAft>
              <a:buClr>
                <a:srgbClr val="595959"/>
              </a:buClr>
              <a:buSzPts val="700"/>
              <a:buChar char="●"/>
            </a:pPr>
            <a:r>
              <a:rPr b="1" lang="en-GB" sz="700">
                <a:solidFill>
                  <a:srgbClr val="595959"/>
                </a:solidFill>
              </a:rPr>
              <a:t>In-Memory Structures: Replaces SQL to bypass disk latency and overhead, utilizing </a:t>
            </a:r>
            <a:r>
              <a:rPr b="1" lang="en-GB" sz="700">
                <a:solidFill>
                  <a:schemeClr val="dk1"/>
                </a:solidFill>
              </a:rPr>
              <a:t>O(1)/O(log n)</a:t>
            </a:r>
            <a:r>
              <a:rPr lang="en-GB" sz="1100">
                <a:solidFill>
                  <a:schemeClr val="dk1"/>
                </a:solidFill>
              </a:rPr>
              <a:t> </a:t>
            </a:r>
            <a:r>
              <a:rPr b="1" lang="en-GB" sz="700">
                <a:solidFill>
                  <a:srgbClr val="595959"/>
                </a:solidFill>
              </a:rPr>
              <a:t>CPU cache access.</a:t>
            </a:r>
            <a:endParaRPr b="1" sz="700">
              <a:solidFill>
                <a:srgbClr val="595959"/>
              </a:solidFill>
            </a:endParaRPr>
          </a:p>
          <a:p>
            <a:pPr indent="-273050" lvl="0" marL="457200" rtl="0" algn="l">
              <a:spcBef>
                <a:spcPts val="0"/>
              </a:spcBef>
              <a:spcAft>
                <a:spcPts val="0"/>
              </a:spcAft>
              <a:buClr>
                <a:srgbClr val="595959"/>
              </a:buClr>
              <a:buSzPts val="700"/>
              <a:buChar char="●"/>
            </a:pPr>
            <a:r>
              <a:rPr b="1" lang="en-GB" sz="700">
                <a:solidFill>
                  <a:srgbClr val="595959"/>
                </a:solidFill>
              </a:rPr>
              <a:t>Edge ML: Performs local risk assessment d~miss, v~rel, t~TCA, </a:t>
            </a:r>
            <a:r>
              <a:rPr b="1" lang="en-GB" sz="1100">
                <a:solidFill>
                  <a:schemeClr val="dk1"/>
                </a:solidFill>
              </a:rPr>
              <a:t>σ</a:t>
            </a:r>
            <a:r>
              <a:rPr lang="en-GB" sz="1100">
                <a:solidFill>
                  <a:schemeClr val="dk1"/>
                </a:solidFill>
              </a:rPr>
              <a:t> </a:t>
            </a:r>
            <a:r>
              <a:rPr b="1" lang="en-GB" sz="700">
                <a:solidFill>
                  <a:srgbClr val="595959"/>
                </a:solidFill>
              </a:rPr>
              <a:t> to eliminate communication delays.GCC &amp; CMake: Provides industry-standard, cross-compilation with strict compile-time error checking.</a:t>
            </a:r>
            <a:endParaRPr b="1" sz="700">
              <a:solidFill>
                <a:srgbClr val="595959"/>
              </a:solidFill>
            </a:endParaRPr>
          </a:p>
          <a:p>
            <a:pPr indent="-273050" lvl="0" marL="457200" rtl="0" algn="l">
              <a:spcBef>
                <a:spcPts val="0"/>
              </a:spcBef>
              <a:spcAft>
                <a:spcPts val="0"/>
              </a:spcAft>
              <a:buClr>
                <a:srgbClr val="595959"/>
              </a:buClr>
              <a:buSzPts val="700"/>
              <a:buChar char="●"/>
            </a:pPr>
            <a:r>
              <a:rPr b="1" lang="en-GB" sz="700">
                <a:solidFill>
                  <a:srgbClr val="595959"/>
                </a:solidFill>
              </a:rPr>
              <a:t>Methodology Justification</a:t>
            </a:r>
            <a:endParaRPr b="1" sz="700">
              <a:solidFill>
                <a:srgbClr val="595959"/>
              </a:solidFill>
            </a:endParaRPr>
          </a:p>
          <a:p>
            <a:pPr indent="-273050" lvl="0" marL="457200" rtl="0" algn="l">
              <a:spcBef>
                <a:spcPts val="0"/>
              </a:spcBef>
              <a:spcAft>
                <a:spcPts val="0"/>
              </a:spcAft>
              <a:buClr>
                <a:srgbClr val="595959"/>
              </a:buClr>
              <a:buSzPts val="700"/>
              <a:buChar char="●"/>
            </a:pPr>
            <a:r>
              <a:rPr b="1" lang="en-GB" sz="700">
                <a:solidFill>
                  <a:srgbClr val="595959"/>
                </a:solidFill>
              </a:rPr>
              <a:t>Sequential Stage-Gate Flow: Validates physics modeling and requirements before implementation, ensuring aerospace safety standards.</a:t>
            </a:r>
            <a:endParaRPr b="1" sz="700">
              <a:solidFill>
                <a:srgbClr val="595959"/>
              </a:solidFill>
            </a:endParaRPr>
          </a:p>
          <a:p>
            <a:pPr indent="-273050" lvl="0" marL="457200" rtl="0" algn="l">
              <a:spcBef>
                <a:spcPts val="0"/>
              </a:spcBef>
              <a:spcAft>
                <a:spcPts val="0"/>
              </a:spcAft>
              <a:buClr>
                <a:srgbClr val="595959"/>
              </a:buClr>
              <a:buSzPts val="700"/>
              <a:buChar char="●"/>
            </a:pPr>
            <a:r>
              <a:rPr b="1" lang="en-GB" sz="700">
                <a:solidFill>
                  <a:srgbClr val="595959"/>
                </a:solidFill>
              </a:rPr>
              <a:t>Fault-Injection Testing: Ensures resilience against critical failure modes, including telemetry overflow and thruster issues.</a:t>
            </a:r>
            <a:endParaRPr b="1" sz="1000">
              <a:solidFill>
                <a:srgbClr val="595959"/>
              </a:solidFill>
            </a:endParaRPr>
          </a:p>
        </p:txBody>
      </p:sp>
      <p:sp>
        <p:nvSpPr>
          <p:cNvPr id="243" name="Google Shape;243;p26"/>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244" name="Google Shape;244;p26" title="graphicera_logo.png"/>
          <p:cNvPicPr preferRelativeResize="0"/>
          <p:nvPr/>
        </p:nvPicPr>
        <p:blipFill>
          <a:blip r:embed="rId5">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nvSpPr>
        <p:spPr>
          <a:xfrm>
            <a:off x="8585429" y="174927"/>
            <a:ext cx="552870" cy="185205"/>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000">
                <a:latin typeface="Calibri"/>
                <a:ea typeface="Calibri"/>
                <a:cs typeface="Calibri"/>
                <a:sym typeface="Calibri"/>
              </a:rPr>
              <a:t>graphice</a:t>
            </a:r>
            <a:endParaRPr sz="1000">
              <a:latin typeface="Calibri"/>
              <a:ea typeface="Calibri"/>
              <a:cs typeface="Calibri"/>
              <a:sym typeface="Calibri"/>
            </a:endParaRPr>
          </a:p>
        </p:txBody>
      </p:sp>
      <p:grpSp>
        <p:nvGrpSpPr>
          <p:cNvPr id="250" name="Google Shape;250;p27"/>
          <p:cNvGrpSpPr/>
          <p:nvPr/>
        </p:nvGrpSpPr>
        <p:grpSpPr>
          <a:xfrm>
            <a:off x="8562912" y="115088"/>
            <a:ext cx="354481" cy="354308"/>
            <a:chOff x="5399392" y="72605"/>
            <a:chExt cx="223520" cy="223520"/>
          </a:xfrm>
        </p:grpSpPr>
        <p:sp>
          <p:nvSpPr>
            <p:cNvPr id="251" name="Google Shape;251;p27"/>
            <p:cNvSpPr/>
            <p:nvPr/>
          </p:nvSpPr>
          <p:spPr>
            <a:xfrm>
              <a:off x="5399392" y="293281"/>
              <a:ext cx="223520"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52" name="Google Shape;252;p27"/>
            <p:cNvSpPr/>
            <p:nvPr/>
          </p:nvSpPr>
          <p:spPr>
            <a:xfrm>
              <a:off x="5620054" y="72605"/>
              <a:ext cx="0" cy="223520"/>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descr="$PPTXTitle" id="253" name="Google Shape;253;p27"/>
          <p:cNvSpPr txBox="1"/>
          <p:nvPr>
            <p:ph type="title"/>
          </p:nvPr>
        </p:nvSpPr>
        <p:spPr>
          <a:xfrm>
            <a:off x="550775" y="480042"/>
            <a:ext cx="6004023" cy="387524"/>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Initial Progress &amp; Team Contribution</a:t>
            </a:r>
            <a:endParaRPr/>
          </a:p>
        </p:txBody>
      </p:sp>
      <p:sp>
        <p:nvSpPr>
          <p:cNvPr id="254" name="Google Shape;254;p27"/>
          <p:cNvSpPr/>
          <p:nvPr/>
        </p:nvSpPr>
        <p:spPr>
          <a:xfrm>
            <a:off x="570916" y="1075544"/>
            <a:ext cx="7992944"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55" name="Google Shape;255;p27"/>
          <p:cNvSpPr txBox="1"/>
          <p:nvPr/>
        </p:nvSpPr>
        <p:spPr>
          <a:xfrm>
            <a:off x="570925" y="1230677"/>
            <a:ext cx="3617100" cy="3333600"/>
          </a:xfrm>
          <a:prstGeom prst="rect">
            <a:avLst/>
          </a:prstGeom>
          <a:noFill/>
          <a:ln>
            <a:noFill/>
          </a:ln>
        </p:spPr>
        <p:txBody>
          <a:bodyPr anchorCtr="0" anchor="t" bIns="0" lIns="0" spcFirstLastPara="1" rIns="0" wrap="square" tIns="87575">
            <a:spAutoFit/>
          </a:bodyPr>
          <a:lstStyle/>
          <a:p>
            <a:pPr indent="0" lvl="0" marL="63500" rtl="0" algn="l">
              <a:lnSpc>
                <a:spcPct val="100000"/>
              </a:lnSpc>
              <a:spcBef>
                <a:spcPts val="0"/>
              </a:spcBef>
              <a:spcAft>
                <a:spcPts val="0"/>
              </a:spcAft>
              <a:buNone/>
            </a:pPr>
            <a:r>
              <a:rPr b="1" lang="en-GB" sz="1700">
                <a:solidFill>
                  <a:srgbClr val="133768"/>
                </a:solidFill>
                <a:latin typeface="Tahoma"/>
                <a:ea typeface="Tahoma"/>
                <a:cs typeface="Tahoma"/>
                <a:sym typeface="Tahoma"/>
              </a:rPr>
              <a:t>Progress Achieved</a:t>
            </a:r>
            <a:endParaRPr sz="1700">
              <a:latin typeface="Tahoma"/>
              <a:ea typeface="Tahoma"/>
              <a:cs typeface="Tahoma"/>
              <a:sym typeface="Tahoma"/>
            </a:endParaRPr>
          </a:p>
          <a:p>
            <a:pPr indent="-336550" lvl="0" marL="457200" rtl="0" algn="l">
              <a:spcBef>
                <a:spcPts val="500"/>
              </a:spcBef>
              <a:spcAft>
                <a:spcPts val="0"/>
              </a:spcAft>
              <a:buClr>
                <a:srgbClr val="595959"/>
              </a:buClr>
              <a:buSzPts val="1700"/>
              <a:buChar char="►"/>
            </a:pPr>
            <a:r>
              <a:rPr b="1" lang="en-GB" sz="1100">
                <a:solidFill>
                  <a:schemeClr val="dk1"/>
                </a:solidFill>
              </a:rPr>
              <a:t>Background / literature study:</a:t>
            </a:r>
            <a:r>
              <a:rPr lang="en-GB" sz="1100">
                <a:solidFill>
                  <a:schemeClr val="dk1"/>
                </a:solidFill>
              </a:rPr>
              <a:t> Reviewed CCSDS CDM formats and LEO conjunction dynamics</a:t>
            </a:r>
            <a:endParaRPr sz="1100">
              <a:solidFill>
                <a:schemeClr val="dk1"/>
              </a:solidFill>
            </a:endParaRPr>
          </a:p>
          <a:p>
            <a:pPr indent="-336550" lvl="0" marL="457200" rtl="0" algn="l">
              <a:spcBef>
                <a:spcPts val="500"/>
              </a:spcBef>
              <a:spcAft>
                <a:spcPts val="0"/>
              </a:spcAft>
              <a:buClr>
                <a:srgbClr val="595959"/>
              </a:buClr>
              <a:buSzPts val="1700"/>
              <a:buChar char="►"/>
            </a:pPr>
            <a:r>
              <a:rPr b="1" lang="en-GB" sz="1100">
                <a:solidFill>
                  <a:schemeClr val="dk1"/>
                </a:solidFill>
              </a:rPr>
              <a:t>Requirements identified:</a:t>
            </a:r>
            <a:r>
              <a:rPr lang="en-GB" sz="1100">
                <a:solidFill>
                  <a:schemeClr val="dk1"/>
                </a:solidFill>
              </a:rPr>
              <a:t> Established real-time reaction constraints and fixed-memory design</a:t>
            </a:r>
            <a:endParaRPr sz="1100">
              <a:solidFill>
                <a:schemeClr val="dk1"/>
              </a:solidFill>
            </a:endParaRPr>
          </a:p>
          <a:p>
            <a:pPr indent="-336550" lvl="0" marL="457200" rtl="0" algn="l">
              <a:spcBef>
                <a:spcPts val="500"/>
              </a:spcBef>
              <a:spcAft>
                <a:spcPts val="0"/>
              </a:spcAft>
              <a:buClr>
                <a:srgbClr val="595959"/>
              </a:buClr>
              <a:buSzPts val="1700"/>
              <a:buChar char="►"/>
            </a:pPr>
            <a:r>
              <a:rPr b="1" lang="en-GB" sz="1100">
                <a:solidFill>
                  <a:schemeClr val="dk1"/>
                </a:solidFill>
              </a:rPr>
              <a:t>Architecture prepared:</a:t>
            </a:r>
            <a:r>
              <a:rPr lang="en-GB" sz="1100">
                <a:solidFill>
                  <a:schemeClr val="dk1"/>
                </a:solidFill>
              </a:rPr>
              <a:t> Mapped complete 5-stage pipeline from C queues to C++ dispatch</a:t>
            </a:r>
            <a:endParaRPr sz="1100">
              <a:solidFill>
                <a:schemeClr val="dk1"/>
              </a:solidFill>
            </a:endParaRPr>
          </a:p>
          <a:p>
            <a:pPr indent="-336550" lvl="0" marL="457200" rtl="0" algn="l">
              <a:spcBef>
                <a:spcPts val="500"/>
              </a:spcBef>
              <a:spcAft>
                <a:spcPts val="0"/>
              </a:spcAft>
              <a:buClr>
                <a:srgbClr val="595959"/>
              </a:buClr>
              <a:buSzPts val="1700"/>
              <a:buChar char="►"/>
            </a:pPr>
            <a:r>
              <a:rPr b="1" lang="en-GB" sz="1100">
                <a:solidFill>
                  <a:schemeClr val="dk1"/>
                </a:solidFill>
              </a:rPr>
              <a:t>Initial module implemented:</a:t>
            </a:r>
            <a:r>
              <a:rPr lang="en-GB" sz="1100">
                <a:solidFill>
                  <a:schemeClr val="dk1"/>
                </a:solidFill>
              </a:rPr>
              <a:t> Scaffolding complete; built terminal prototype via single-file runner</a:t>
            </a:r>
            <a:endParaRPr sz="1100">
              <a:solidFill>
                <a:schemeClr val="dk1"/>
              </a:solidFill>
            </a:endParaRPr>
          </a:p>
          <a:p>
            <a:pPr indent="-336550" lvl="0" marL="457200" rtl="0" algn="l">
              <a:spcBef>
                <a:spcPts val="500"/>
              </a:spcBef>
              <a:spcAft>
                <a:spcPts val="0"/>
              </a:spcAft>
              <a:buClr>
                <a:srgbClr val="595959"/>
              </a:buClr>
              <a:buSzPts val="1700"/>
              <a:buChar char="►"/>
            </a:pPr>
            <a:r>
              <a:rPr b="1" lang="en-GB" sz="1100">
                <a:solidFill>
                  <a:schemeClr val="dk1"/>
                </a:solidFill>
              </a:rPr>
              <a:t>Data preparation:</a:t>
            </a:r>
            <a:r>
              <a:rPr lang="en-GB" sz="1100">
                <a:solidFill>
                  <a:schemeClr val="dk1"/>
                </a:solidFill>
              </a:rPr>
              <a:t> Preprocessed benchmark LEO conjunction data and CDM alerts from Space-Track and CelesTrak.</a:t>
            </a:r>
            <a:endParaRPr i="1" sz="1700">
              <a:solidFill>
                <a:srgbClr val="595959"/>
              </a:solidFill>
            </a:endParaRPr>
          </a:p>
        </p:txBody>
      </p:sp>
      <p:sp>
        <p:nvSpPr>
          <p:cNvPr id="256" name="Google Shape;256;p27"/>
          <p:cNvSpPr txBox="1"/>
          <p:nvPr>
            <p:ph idx="11" type="ftr"/>
          </p:nvPr>
        </p:nvSpPr>
        <p:spPr>
          <a:xfrm>
            <a:off x="151123" y="4849169"/>
            <a:ext cx="57384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257" name="Google Shape;257;p27"/>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258" name="Google Shape;258;p27"/>
          <p:cNvSpPr txBox="1"/>
          <p:nvPr/>
        </p:nvSpPr>
        <p:spPr>
          <a:xfrm>
            <a:off x="4571993" y="1230670"/>
            <a:ext cx="4197300" cy="279900"/>
          </a:xfrm>
          <a:prstGeom prst="rect">
            <a:avLst/>
          </a:prstGeom>
          <a:noFill/>
          <a:ln>
            <a:noFill/>
          </a:ln>
        </p:spPr>
        <p:txBody>
          <a:bodyPr anchorCtr="0" anchor="t" bIns="0" lIns="0" spcFirstLastPara="1" rIns="0" wrap="square" tIns="18125">
            <a:spAutoFit/>
          </a:bodyPr>
          <a:lstStyle/>
          <a:p>
            <a:pPr indent="0" lvl="0" marL="25400" rtl="0" algn="l">
              <a:lnSpc>
                <a:spcPct val="100000"/>
              </a:lnSpc>
              <a:spcBef>
                <a:spcPts val="0"/>
              </a:spcBef>
              <a:spcAft>
                <a:spcPts val="0"/>
              </a:spcAft>
              <a:buNone/>
            </a:pPr>
            <a:r>
              <a:rPr b="1" lang="en-GB" sz="1700" u="sng">
                <a:solidFill>
                  <a:srgbClr val="133768"/>
                </a:solidFill>
                <a:latin typeface="Tahoma"/>
                <a:ea typeface="Tahoma"/>
                <a:cs typeface="Tahoma"/>
                <a:sym typeface="Tahoma"/>
              </a:rPr>
              <a:t>Individual Contribution	</a:t>
            </a:r>
            <a:endParaRPr sz="1700">
              <a:latin typeface="Tahoma"/>
              <a:ea typeface="Tahoma"/>
              <a:cs typeface="Tahoma"/>
              <a:sym typeface="Tahoma"/>
            </a:endParaRPr>
          </a:p>
        </p:txBody>
      </p:sp>
      <p:graphicFrame>
        <p:nvGraphicFramePr>
          <p:cNvPr id="259" name="Google Shape;259;p27"/>
          <p:cNvGraphicFramePr/>
          <p:nvPr/>
        </p:nvGraphicFramePr>
        <p:xfrm>
          <a:off x="4508434" y="1673062"/>
          <a:ext cx="3000000" cy="3000000"/>
        </p:xfrm>
        <a:graphic>
          <a:graphicData uri="http://schemas.openxmlformats.org/drawingml/2006/table">
            <a:tbl>
              <a:tblPr bandRow="1" firstRow="1">
                <a:noFill/>
                <a:tableStyleId>{1C42A646-F156-4715-B374-99A624F511C5}</a:tableStyleId>
              </a:tblPr>
              <a:tblGrid>
                <a:gridCol w="927475"/>
                <a:gridCol w="1604200"/>
                <a:gridCol w="1623350"/>
              </a:tblGrid>
              <a:tr h="223450">
                <a:tc>
                  <a:txBody>
                    <a:bodyPr/>
                    <a:lstStyle/>
                    <a:p>
                      <a:pPr indent="0" lvl="0" marL="0" marR="0" rtl="0" algn="l">
                        <a:lnSpc>
                          <a:spcPct val="95625"/>
                        </a:lnSpc>
                        <a:spcBef>
                          <a:spcPts val="0"/>
                        </a:spcBef>
                        <a:spcAft>
                          <a:spcPts val="0"/>
                        </a:spcAft>
                        <a:buNone/>
                      </a:pPr>
                      <a:r>
                        <a:rPr lang="en-GB" sz="1300" u="none" cap="none" strike="noStrike">
                          <a:latin typeface="Arial"/>
                          <a:ea typeface="Arial"/>
                          <a:cs typeface="Arial"/>
                          <a:sym typeface="Arial"/>
                        </a:rPr>
                        <a:t>Member</a:t>
                      </a:r>
                      <a:endParaRPr sz="1300" u="none" cap="none" strike="noStrike">
                        <a:latin typeface="Arial"/>
                        <a:ea typeface="Arial"/>
                        <a:cs typeface="Arial"/>
                        <a:sym typeface="Arial"/>
                      </a:endParaRPr>
                    </a:p>
                  </a:txBody>
                  <a:tcPr marT="0" marB="0" marR="0" marL="0">
                    <a:lnB cap="flat" cmpd="sng" w="9525">
                      <a:solidFill>
                        <a:srgbClr val="000000"/>
                      </a:solidFill>
                      <a:prstDash val="solid"/>
                      <a:round/>
                      <a:headEnd len="sm" w="sm" type="none"/>
                      <a:tailEnd len="sm" w="sm" type="none"/>
                    </a:lnB>
                  </a:tcPr>
                </a:tc>
                <a:tc>
                  <a:txBody>
                    <a:bodyPr/>
                    <a:lstStyle/>
                    <a:p>
                      <a:pPr indent="0" lvl="0" marL="342900" marR="0" rtl="0" algn="l">
                        <a:lnSpc>
                          <a:spcPct val="95625"/>
                        </a:lnSpc>
                        <a:spcBef>
                          <a:spcPts val="0"/>
                        </a:spcBef>
                        <a:spcAft>
                          <a:spcPts val="0"/>
                        </a:spcAft>
                        <a:buNone/>
                      </a:pPr>
                      <a:r>
                        <a:rPr lang="en-GB" sz="1300" u="none" cap="none" strike="noStrike">
                          <a:latin typeface="Arial"/>
                          <a:ea typeface="Arial"/>
                          <a:cs typeface="Arial"/>
                          <a:sym typeface="Arial"/>
                        </a:rPr>
                        <a:t>Role</a:t>
                      </a:r>
                      <a:endParaRPr sz="1300" u="none" cap="none" strike="noStrike">
                        <a:latin typeface="Arial"/>
                        <a:ea typeface="Arial"/>
                        <a:cs typeface="Arial"/>
                        <a:sym typeface="Arial"/>
                      </a:endParaRPr>
                    </a:p>
                  </a:txBody>
                  <a:tcPr marT="0" marB="0" marR="0" marL="0">
                    <a:lnB cap="flat" cmpd="sng" w="9525">
                      <a:solidFill>
                        <a:srgbClr val="000000"/>
                      </a:solidFill>
                      <a:prstDash val="solid"/>
                      <a:round/>
                      <a:headEnd len="sm" w="sm" type="none"/>
                      <a:tailEnd len="sm" w="sm" type="none"/>
                    </a:lnB>
                  </a:tcPr>
                </a:tc>
                <a:tc>
                  <a:txBody>
                    <a:bodyPr/>
                    <a:lstStyle/>
                    <a:p>
                      <a:pPr indent="0" lvl="0" marL="114300" marR="0" rtl="0" algn="l">
                        <a:lnSpc>
                          <a:spcPct val="95625"/>
                        </a:lnSpc>
                        <a:spcBef>
                          <a:spcPts val="0"/>
                        </a:spcBef>
                        <a:spcAft>
                          <a:spcPts val="0"/>
                        </a:spcAft>
                        <a:buNone/>
                      </a:pPr>
                      <a:r>
                        <a:rPr lang="en-GB" sz="1300" u="none" cap="none" strike="noStrike">
                          <a:latin typeface="Arial"/>
                          <a:ea typeface="Arial"/>
                          <a:cs typeface="Arial"/>
                          <a:sym typeface="Arial"/>
                        </a:rPr>
                        <a:t>Contribution</a:t>
                      </a:r>
                      <a:endParaRPr sz="1300" u="none" cap="none" strike="noStrike">
                        <a:latin typeface="Arial"/>
                        <a:ea typeface="Arial"/>
                        <a:cs typeface="Arial"/>
                        <a:sym typeface="Arial"/>
                      </a:endParaRPr>
                    </a:p>
                  </a:txBody>
                  <a:tcPr marT="0" marB="0" marR="0" marL="0">
                    <a:lnB cap="flat" cmpd="sng" w="9525">
                      <a:solidFill>
                        <a:srgbClr val="000000"/>
                      </a:solidFill>
                      <a:prstDash val="solid"/>
                      <a:round/>
                      <a:headEnd len="sm" w="sm" type="none"/>
                      <a:tailEnd len="sm" w="sm" type="none"/>
                    </a:lnB>
                  </a:tcPr>
                </a:tc>
              </a:tr>
              <a:tr h="255675">
                <a:tc>
                  <a:txBody>
                    <a:bodyPr/>
                    <a:lstStyle/>
                    <a:p>
                      <a:pPr indent="0" lvl="0" marL="0" marR="0" rtl="0" algn="l">
                        <a:lnSpc>
                          <a:spcPct val="100000"/>
                        </a:lnSpc>
                        <a:spcBef>
                          <a:spcPts val="0"/>
                        </a:spcBef>
                        <a:spcAft>
                          <a:spcPts val="0"/>
                        </a:spcAft>
                        <a:buNone/>
                      </a:pPr>
                      <a:r>
                        <a:rPr lang="en-GB" sz="1300">
                          <a:latin typeface="Arial"/>
                          <a:ea typeface="Arial"/>
                          <a:cs typeface="Arial"/>
                          <a:sym typeface="Arial"/>
                        </a:rPr>
                        <a:t>Adamya Rawat</a:t>
                      </a:r>
                      <a:endParaRPr sz="1300">
                        <a:latin typeface="Arial"/>
                        <a:ea typeface="Arial"/>
                        <a:cs typeface="Arial"/>
                        <a:sym typeface="Arial"/>
                      </a:endParaRPr>
                    </a:p>
                    <a:p>
                      <a:pPr indent="0" lvl="0" marL="0" marR="0" rtl="0" algn="l">
                        <a:lnSpc>
                          <a:spcPct val="100000"/>
                        </a:lnSpc>
                        <a:spcBef>
                          <a:spcPts val="0"/>
                        </a:spcBef>
                        <a:spcAft>
                          <a:spcPts val="0"/>
                        </a:spcAft>
                        <a:buNone/>
                      </a:pPr>
                      <a:r>
                        <a:t/>
                      </a:r>
                      <a:endParaRPr sz="1300">
                        <a:latin typeface="Arial"/>
                        <a:ea typeface="Arial"/>
                        <a:cs typeface="Arial"/>
                        <a:sym typeface="Arial"/>
                      </a:endParaRPr>
                    </a:p>
                  </a:txBody>
                  <a:tcPr marT="41250" marB="0" marR="0" marL="0">
                    <a:lnT cap="flat" cmpd="sng" w="9525">
                      <a:solidFill>
                        <a:srgbClr val="000000"/>
                      </a:solidFill>
                      <a:prstDash val="solid"/>
                      <a:round/>
                      <a:headEnd len="sm" w="sm" type="none"/>
                      <a:tailEnd len="sm" w="sm" type="none"/>
                    </a:lnT>
                  </a:tcPr>
                </a:tc>
                <a:tc>
                  <a:txBody>
                    <a:bodyPr/>
                    <a:lstStyle/>
                    <a:p>
                      <a:pPr indent="0" lvl="0" marL="342900" marR="0" rtl="0" algn="l">
                        <a:lnSpc>
                          <a:spcPct val="100000"/>
                        </a:lnSpc>
                        <a:spcBef>
                          <a:spcPts val="0"/>
                        </a:spcBef>
                        <a:spcAft>
                          <a:spcPts val="0"/>
                        </a:spcAft>
                        <a:buNone/>
                      </a:pPr>
                      <a:r>
                        <a:rPr i="1" lang="en-GB" sz="1100" u="none" cap="none" strike="noStrike">
                          <a:solidFill>
                            <a:srgbClr val="595959"/>
                          </a:solidFill>
                          <a:latin typeface="Arial"/>
                          <a:ea typeface="Arial"/>
                          <a:cs typeface="Arial"/>
                          <a:sym typeface="Arial"/>
                        </a:rPr>
                        <a:t>Lead</a:t>
                      </a:r>
                      <a:endParaRPr sz="1100" u="none" cap="none" strike="noStrike">
                        <a:latin typeface="Arial"/>
                        <a:ea typeface="Arial"/>
                        <a:cs typeface="Arial"/>
                        <a:sym typeface="Arial"/>
                      </a:endParaRPr>
                    </a:p>
                  </a:txBody>
                  <a:tcPr marT="41250" marB="0" marR="0" marL="0">
                    <a:lnT cap="flat" cmpd="sng" w="9525">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i="1" lang="en-GB" sz="1100">
                          <a:solidFill>
                            <a:srgbClr val="595959"/>
                          </a:solidFill>
                          <a:latin typeface="Arial"/>
                          <a:ea typeface="Arial"/>
                          <a:cs typeface="Arial"/>
                          <a:sym typeface="Arial"/>
                        </a:rPr>
                        <a:t>System architecture design, module pipeline flow, and overall coordination</a:t>
                      </a:r>
                      <a:endParaRPr i="1" sz="1100">
                        <a:solidFill>
                          <a:srgbClr val="595959"/>
                        </a:solidFill>
                        <a:latin typeface="Arial"/>
                        <a:ea typeface="Arial"/>
                        <a:cs typeface="Arial"/>
                        <a:sym typeface="Arial"/>
                      </a:endParaRPr>
                    </a:p>
                    <a:p>
                      <a:pPr indent="0" lvl="0" marL="0" marR="0" rtl="0" algn="l">
                        <a:lnSpc>
                          <a:spcPct val="100000"/>
                        </a:lnSpc>
                        <a:spcBef>
                          <a:spcPts val="0"/>
                        </a:spcBef>
                        <a:spcAft>
                          <a:spcPts val="0"/>
                        </a:spcAft>
                        <a:buNone/>
                      </a:pPr>
                      <a:r>
                        <a:t/>
                      </a:r>
                      <a:endParaRPr i="1" sz="1100">
                        <a:solidFill>
                          <a:srgbClr val="595959"/>
                        </a:solidFill>
                        <a:latin typeface="Arial"/>
                        <a:ea typeface="Arial"/>
                        <a:cs typeface="Arial"/>
                        <a:sym typeface="Arial"/>
                      </a:endParaRPr>
                    </a:p>
                  </a:txBody>
                  <a:tcPr marT="41250" marB="0" marR="0" marL="0">
                    <a:lnT cap="flat" cmpd="sng" w="9525">
                      <a:solidFill>
                        <a:srgbClr val="000000"/>
                      </a:solidFill>
                      <a:prstDash val="solid"/>
                      <a:round/>
                      <a:headEnd len="sm" w="sm" type="none"/>
                      <a:tailEnd len="sm" w="sm" type="none"/>
                    </a:lnT>
                  </a:tcPr>
                </a:tc>
              </a:tr>
              <a:tr h="190250">
                <a:tc>
                  <a:txBody>
                    <a:bodyPr/>
                    <a:lstStyle/>
                    <a:p>
                      <a:pPr indent="0" lvl="0" marL="0" marR="0" rtl="0" algn="l">
                        <a:lnSpc>
                          <a:spcPct val="104375"/>
                        </a:lnSpc>
                        <a:spcBef>
                          <a:spcPts val="0"/>
                        </a:spcBef>
                        <a:spcAft>
                          <a:spcPts val="0"/>
                        </a:spcAft>
                        <a:buNone/>
                      </a:pPr>
                      <a:r>
                        <a:rPr lang="en-GB" sz="1300">
                          <a:latin typeface="Arial"/>
                          <a:ea typeface="Arial"/>
                          <a:cs typeface="Arial"/>
                          <a:sym typeface="Arial"/>
                        </a:rPr>
                        <a:t>Atiksh Sharma</a:t>
                      </a:r>
                      <a:endParaRPr sz="1300" u="none" cap="none" strike="noStrike">
                        <a:latin typeface="Arial"/>
                        <a:ea typeface="Arial"/>
                        <a:cs typeface="Arial"/>
                        <a:sym typeface="Arial"/>
                      </a:endParaRPr>
                    </a:p>
                  </a:txBody>
                  <a:tcPr marT="0" marB="0" marR="0" marL="0"/>
                </a:tc>
                <a:tc>
                  <a:txBody>
                    <a:bodyPr/>
                    <a:lstStyle/>
                    <a:p>
                      <a:pPr indent="0" lvl="0" marL="342900" marR="0" rtl="0" algn="l">
                        <a:lnSpc>
                          <a:spcPct val="104375"/>
                        </a:lnSpc>
                        <a:spcBef>
                          <a:spcPts val="0"/>
                        </a:spcBef>
                        <a:spcAft>
                          <a:spcPts val="0"/>
                        </a:spcAft>
                        <a:buNone/>
                      </a:pPr>
                      <a:r>
                        <a:rPr i="1" lang="en-GB" sz="1100" u="none" cap="none" strike="noStrike">
                          <a:solidFill>
                            <a:srgbClr val="595959"/>
                          </a:solidFill>
                          <a:latin typeface="Arial"/>
                          <a:ea typeface="Arial"/>
                          <a:cs typeface="Arial"/>
                          <a:sym typeface="Arial"/>
                        </a:rPr>
                        <a:t>Developer</a:t>
                      </a:r>
                      <a:endParaRPr sz="1100" u="none" cap="none" strike="noStrike">
                        <a:latin typeface="Arial"/>
                        <a:ea typeface="Arial"/>
                        <a:cs typeface="Arial"/>
                        <a:sym typeface="Arial"/>
                      </a:endParaRPr>
                    </a:p>
                  </a:txBody>
                  <a:tcPr marT="0" marB="0" marR="0" marL="0"/>
                </a:tc>
                <a:tc>
                  <a:txBody>
                    <a:bodyPr/>
                    <a:lstStyle/>
                    <a:p>
                      <a:pPr indent="0" lvl="0" marL="0" marR="0" rtl="0" algn="l">
                        <a:lnSpc>
                          <a:spcPct val="104375"/>
                        </a:lnSpc>
                        <a:spcBef>
                          <a:spcPts val="0"/>
                        </a:spcBef>
                        <a:spcAft>
                          <a:spcPts val="0"/>
                        </a:spcAft>
                        <a:buNone/>
                      </a:pPr>
                      <a:r>
                        <a:rPr i="1" lang="en-GB" sz="1100">
                          <a:solidFill>
                            <a:srgbClr val="595959"/>
                          </a:solidFill>
                          <a:latin typeface="Arial"/>
                          <a:ea typeface="Arial"/>
                          <a:cs typeface="Arial"/>
                          <a:sym typeface="Arial"/>
                        </a:rPr>
                        <a:t>Backend Architecture</a:t>
                      </a:r>
                      <a:endParaRPr i="1" sz="1100">
                        <a:solidFill>
                          <a:srgbClr val="595959"/>
                        </a:solidFill>
                        <a:latin typeface="Arial"/>
                        <a:ea typeface="Arial"/>
                        <a:cs typeface="Arial"/>
                        <a:sym typeface="Arial"/>
                      </a:endParaRPr>
                    </a:p>
                    <a:p>
                      <a:pPr indent="0" lvl="0" marL="0" marR="0" rtl="0" algn="l">
                        <a:lnSpc>
                          <a:spcPct val="104375"/>
                        </a:lnSpc>
                        <a:spcBef>
                          <a:spcPts val="0"/>
                        </a:spcBef>
                        <a:spcAft>
                          <a:spcPts val="0"/>
                        </a:spcAft>
                        <a:buNone/>
                      </a:pPr>
                      <a:r>
                        <a:rPr i="1" lang="en-GB" sz="1100">
                          <a:solidFill>
                            <a:srgbClr val="595959"/>
                          </a:solidFill>
                          <a:latin typeface="Arial"/>
                          <a:ea typeface="Arial"/>
                          <a:cs typeface="Arial"/>
                          <a:sym typeface="Arial"/>
                        </a:rPr>
                        <a:t>Design,Data Structure,</a:t>
                      </a:r>
                      <a:endParaRPr i="1" sz="1100">
                        <a:solidFill>
                          <a:srgbClr val="595959"/>
                        </a:solidFill>
                        <a:latin typeface="Arial"/>
                        <a:ea typeface="Arial"/>
                        <a:cs typeface="Arial"/>
                        <a:sym typeface="Arial"/>
                      </a:endParaRPr>
                    </a:p>
                    <a:p>
                      <a:pPr indent="0" lvl="0" marL="0" marR="0" rtl="0" algn="l">
                        <a:lnSpc>
                          <a:spcPct val="104375"/>
                        </a:lnSpc>
                        <a:spcBef>
                          <a:spcPts val="0"/>
                        </a:spcBef>
                        <a:spcAft>
                          <a:spcPts val="0"/>
                        </a:spcAft>
                        <a:buNone/>
                      </a:pPr>
                      <a:r>
                        <a:rPr i="1" lang="en-GB" sz="1100">
                          <a:solidFill>
                            <a:srgbClr val="595959"/>
                          </a:solidFill>
                          <a:latin typeface="Arial"/>
                          <a:ea typeface="Arial"/>
                          <a:cs typeface="Arial"/>
                          <a:sym typeface="Arial"/>
                        </a:rPr>
                        <a:t>Requirements and implementation</a:t>
                      </a:r>
                      <a:endParaRPr i="1" sz="1100">
                        <a:solidFill>
                          <a:srgbClr val="595959"/>
                        </a:solidFill>
                        <a:latin typeface="Arial"/>
                        <a:ea typeface="Arial"/>
                        <a:cs typeface="Arial"/>
                        <a:sym typeface="Arial"/>
                      </a:endParaRPr>
                    </a:p>
                    <a:p>
                      <a:pPr indent="0" lvl="0" marL="0" marR="0" rtl="0" algn="l">
                        <a:lnSpc>
                          <a:spcPct val="104375"/>
                        </a:lnSpc>
                        <a:spcBef>
                          <a:spcPts val="0"/>
                        </a:spcBef>
                        <a:spcAft>
                          <a:spcPts val="0"/>
                        </a:spcAft>
                        <a:buNone/>
                      </a:pPr>
                      <a:r>
                        <a:t/>
                      </a:r>
                      <a:endParaRPr i="1" sz="1100">
                        <a:solidFill>
                          <a:srgbClr val="595959"/>
                        </a:solidFill>
                        <a:latin typeface="Arial"/>
                        <a:ea typeface="Arial"/>
                        <a:cs typeface="Arial"/>
                        <a:sym typeface="Arial"/>
                      </a:endParaRPr>
                    </a:p>
                  </a:txBody>
                  <a:tcPr marT="0" marB="0" marR="0" marL="0"/>
                </a:tc>
              </a:tr>
              <a:tr h="190250">
                <a:tc>
                  <a:txBody>
                    <a:bodyPr/>
                    <a:lstStyle/>
                    <a:p>
                      <a:pPr indent="0" lvl="0" marL="0" marR="0" rtl="0" algn="l">
                        <a:lnSpc>
                          <a:spcPct val="104375"/>
                        </a:lnSpc>
                        <a:spcBef>
                          <a:spcPts val="0"/>
                        </a:spcBef>
                        <a:spcAft>
                          <a:spcPts val="0"/>
                        </a:spcAft>
                        <a:buNone/>
                      </a:pPr>
                      <a:r>
                        <a:t/>
                      </a:r>
                      <a:endParaRPr sz="1300">
                        <a:latin typeface="Arial"/>
                        <a:ea typeface="Arial"/>
                        <a:cs typeface="Arial"/>
                        <a:sym typeface="Arial"/>
                      </a:endParaRPr>
                    </a:p>
                    <a:p>
                      <a:pPr indent="0" lvl="0" marL="0" marR="0" rtl="0" algn="l">
                        <a:lnSpc>
                          <a:spcPct val="104375"/>
                        </a:lnSpc>
                        <a:spcBef>
                          <a:spcPts val="0"/>
                        </a:spcBef>
                        <a:spcAft>
                          <a:spcPts val="0"/>
                        </a:spcAft>
                        <a:buNone/>
                      </a:pPr>
                      <a:r>
                        <a:rPr lang="en-GB" sz="1300">
                          <a:latin typeface="Arial"/>
                          <a:ea typeface="Arial"/>
                          <a:cs typeface="Arial"/>
                          <a:sym typeface="Arial"/>
                        </a:rPr>
                        <a:t>Agamya Saini</a:t>
                      </a:r>
                      <a:endParaRPr sz="1300">
                        <a:latin typeface="Arial"/>
                        <a:ea typeface="Arial"/>
                        <a:cs typeface="Arial"/>
                        <a:sym typeface="Arial"/>
                      </a:endParaRPr>
                    </a:p>
                    <a:p>
                      <a:pPr indent="0" lvl="0" marL="0" marR="0" rtl="0" algn="l">
                        <a:lnSpc>
                          <a:spcPct val="104375"/>
                        </a:lnSpc>
                        <a:spcBef>
                          <a:spcPts val="0"/>
                        </a:spcBef>
                        <a:spcAft>
                          <a:spcPts val="0"/>
                        </a:spcAft>
                        <a:buNone/>
                      </a:pPr>
                      <a:r>
                        <a:t/>
                      </a:r>
                      <a:endParaRPr sz="1300">
                        <a:latin typeface="Arial"/>
                        <a:ea typeface="Arial"/>
                        <a:cs typeface="Arial"/>
                        <a:sym typeface="Arial"/>
                      </a:endParaRPr>
                    </a:p>
                  </a:txBody>
                  <a:tcPr marT="0" marB="0" marR="0" marL="0"/>
                </a:tc>
                <a:tc>
                  <a:txBody>
                    <a:bodyPr/>
                    <a:lstStyle/>
                    <a:p>
                      <a:pPr indent="0" lvl="0" marL="342900" marR="0" rtl="0" algn="l">
                        <a:lnSpc>
                          <a:spcPct val="104375"/>
                        </a:lnSpc>
                        <a:spcBef>
                          <a:spcPts val="0"/>
                        </a:spcBef>
                        <a:spcAft>
                          <a:spcPts val="0"/>
                        </a:spcAft>
                        <a:buNone/>
                      </a:pPr>
                      <a:r>
                        <a:rPr i="1" lang="en-GB" sz="1100">
                          <a:solidFill>
                            <a:srgbClr val="595959"/>
                          </a:solidFill>
                          <a:latin typeface="Arial"/>
                          <a:ea typeface="Arial"/>
                          <a:cs typeface="Arial"/>
                          <a:sym typeface="Arial"/>
                        </a:rPr>
                        <a:t>Research</a:t>
                      </a:r>
                      <a:r>
                        <a:rPr i="1" lang="en-GB" sz="1100" u="none" cap="none" strike="noStrike">
                          <a:solidFill>
                            <a:srgbClr val="595959"/>
                          </a:solidFill>
                          <a:latin typeface="Arial"/>
                          <a:ea typeface="Arial"/>
                          <a:cs typeface="Arial"/>
                          <a:sym typeface="Arial"/>
                        </a:rPr>
                        <a:t>/Testing</a:t>
                      </a:r>
                      <a:endParaRPr sz="1100" u="none" cap="none" strike="noStrike">
                        <a:latin typeface="Arial"/>
                        <a:ea typeface="Arial"/>
                        <a:cs typeface="Arial"/>
                        <a:sym typeface="Arial"/>
                      </a:endParaRPr>
                    </a:p>
                  </a:txBody>
                  <a:tcPr marT="0" marB="0" marR="0" marL="0"/>
                </a:tc>
                <a:tc>
                  <a:txBody>
                    <a:bodyPr/>
                    <a:lstStyle/>
                    <a:p>
                      <a:pPr indent="0" lvl="0" marL="0" marR="0" rtl="0" algn="l">
                        <a:lnSpc>
                          <a:spcPct val="104375"/>
                        </a:lnSpc>
                        <a:spcBef>
                          <a:spcPts val="0"/>
                        </a:spcBef>
                        <a:spcAft>
                          <a:spcPts val="0"/>
                        </a:spcAft>
                        <a:buNone/>
                      </a:pPr>
                      <a:r>
                        <a:rPr i="1" lang="en-GB" sz="1100">
                          <a:solidFill>
                            <a:srgbClr val="595959"/>
                          </a:solidFill>
                          <a:latin typeface="Arial"/>
                          <a:ea typeface="Arial"/>
                          <a:cs typeface="Arial"/>
                          <a:sym typeface="Arial"/>
                        </a:rPr>
                        <a:t>Research coordination &amp; problem analysis ,Finding</a:t>
                      </a:r>
                      <a:endParaRPr i="1" sz="1100">
                        <a:solidFill>
                          <a:srgbClr val="595959"/>
                        </a:solidFill>
                        <a:latin typeface="Arial"/>
                        <a:ea typeface="Arial"/>
                        <a:cs typeface="Arial"/>
                        <a:sym typeface="Arial"/>
                      </a:endParaRPr>
                    </a:p>
                    <a:p>
                      <a:pPr indent="0" lvl="0" marL="0" marR="0" rtl="0" algn="l">
                        <a:lnSpc>
                          <a:spcPct val="104375"/>
                        </a:lnSpc>
                        <a:spcBef>
                          <a:spcPts val="0"/>
                        </a:spcBef>
                        <a:spcAft>
                          <a:spcPts val="0"/>
                        </a:spcAft>
                        <a:buNone/>
                      </a:pPr>
                      <a:r>
                        <a:rPr i="1" lang="en-GB" sz="1100">
                          <a:solidFill>
                            <a:srgbClr val="595959"/>
                          </a:solidFill>
                          <a:latin typeface="Arial"/>
                          <a:ea typeface="Arial"/>
                          <a:cs typeface="Arial"/>
                          <a:sym typeface="Arial"/>
                        </a:rPr>
                        <a:t>Current Gaps.</a:t>
                      </a:r>
                      <a:endParaRPr i="1" sz="1100">
                        <a:solidFill>
                          <a:srgbClr val="595959"/>
                        </a:solidFill>
                        <a:latin typeface="Arial"/>
                        <a:ea typeface="Arial"/>
                        <a:cs typeface="Arial"/>
                        <a:sym typeface="Arial"/>
                      </a:endParaRPr>
                    </a:p>
                  </a:txBody>
                  <a:tcPr marT="0" marB="0" marR="0" marL="0"/>
                </a:tc>
              </a:tr>
              <a:tr h="240575">
                <a:tc>
                  <a:txBody>
                    <a:bodyPr/>
                    <a:lstStyle/>
                    <a:p>
                      <a:pPr indent="0" lvl="0" marL="0" marR="0" rtl="0" algn="l">
                        <a:lnSpc>
                          <a:spcPct val="104375"/>
                        </a:lnSpc>
                        <a:spcBef>
                          <a:spcPts val="0"/>
                        </a:spcBef>
                        <a:spcAft>
                          <a:spcPts val="0"/>
                        </a:spcAft>
                        <a:buNone/>
                      </a:pPr>
                      <a:r>
                        <a:rPr lang="en-GB" sz="1300">
                          <a:latin typeface="Arial"/>
                          <a:ea typeface="Arial"/>
                          <a:cs typeface="Arial"/>
                          <a:sym typeface="Arial"/>
                        </a:rPr>
                        <a:t>Krishna Sehgal</a:t>
                      </a:r>
                      <a:endParaRPr sz="1300" u="none" cap="none" strike="noStrike">
                        <a:latin typeface="Arial"/>
                        <a:ea typeface="Arial"/>
                        <a:cs typeface="Arial"/>
                        <a:sym typeface="Arial"/>
                      </a:endParaRPr>
                    </a:p>
                  </a:txBody>
                  <a:tcPr marT="0" marB="0" marR="0" marL="0">
                    <a:lnB cap="flat" cmpd="sng" w="12700">
                      <a:solidFill>
                        <a:srgbClr val="000000"/>
                      </a:solidFill>
                      <a:prstDash val="solid"/>
                      <a:round/>
                      <a:headEnd len="sm" w="sm" type="none"/>
                      <a:tailEnd len="sm" w="sm" type="none"/>
                    </a:lnB>
                  </a:tcPr>
                </a:tc>
                <a:tc>
                  <a:txBody>
                    <a:bodyPr/>
                    <a:lstStyle/>
                    <a:p>
                      <a:pPr indent="0" lvl="0" marL="342900" marR="0" rtl="0" algn="l">
                        <a:lnSpc>
                          <a:spcPct val="104375"/>
                        </a:lnSpc>
                        <a:spcBef>
                          <a:spcPts val="0"/>
                        </a:spcBef>
                        <a:spcAft>
                          <a:spcPts val="0"/>
                        </a:spcAft>
                        <a:buNone/>
                      </a:pPr>
                      <a:r>
                        <a:rPr i="1" lang="en-GB" sz="1100" u="none" cap="none" strike="noStrike">
                          <a:solidFill>
                            <a:srgbClr val="595959"/>
                          </a:solidFill>
                          <a:latin typeface="Arial"/>
                          <a:ea typeface="Arial"/>
                          <a:cs typeface="Arial"/>
                          <a:sym typeface="Arial"/>
                        </a:rPr>
                        <a:t>Developer/Docs</a:t>
                      </a:r>
                      <a:endParaRPr sz="1100" u="none" cap="none" strike="noStrike">
                        <a:latin typeface="Arial"/>
                        <a:ea typeface="Arial"/>
                        <a:cs typeface="Arial"/>
                        <a:sym typeface="Arial"/>
                      </a:endParaRPr>
                    </a:p>
                  </a:txBody>
                  <a:tcPr marT="0" marB="0" marR="0" marL="0">
                    <a:lnB cap="flat" cmpd="sng" w="12700">
                      <a:solidFill>
                        <a:srgbClr val="000000"/>
                      </a:solidFill>
                      <a:prstDash val="solid"/>
                      <a:round/>
                      <a:headEnd len="sm" w="sm" type="none"/>
                      <a:tailEnd len="sm" w="sm" type="none"/>
                    </a:lnB>
                  </a:tcPr>
                </a:tc>
                <a:tc>
                  <a:txBody>
                    <a:bodyPr/>
                    <a:lstStyle/>
                    <a:p>
                      <a:pPr indent="0" lvl="0" marL="114300" marR="0" rtl="0" algn="l">
                        <a:lnSpc>
                          <a:spcPct val="104375"/>
                        </a:lnSpc>
                        <a:spcBef>
                          <a:spcPts val="0"/>
                        </a:spcBef>
                        <a:spcAft>
                          <a:spcPts val="0"/>
                        </a:spcAft>
                        <a:buNone/>
                      </a:pPr>
                      <a:r>
                        <a:rPr i="1" lang="en-GB" sz="1100">
                          <a:solidFill>
                            <a:srgbClr val="595959"/>
                          </a:solidFill>
                          <a:latin typeface="Arial"/>
                          <a:ea typeface="Arial"/>
                          <a:cs typeface="Arial"/>
                          <a:sym typeface="Arial"/>
                        </a:rPr>
                        <a:t>Literature review, CDM data collection, and technical documentation</a:t>
                      </a:r>
                      <a:endParaRPr sz="1100" u="none" cap="none" strike="noStrike">
                        <a:latin typeface="Arial"/>
                        <a:ea typeface="Arial"/>
                        <a:cs typeface="Arial"/>
                        <a:sym typeface="Arial"/>
                      </a:endParaRPr>
                    </a:p>
                  </a:txBody>
                  <a:tcPr marT="0" marB="0" marR="0" marL="0">
                    <a:lnB cap="flat" cmpd="sng" w="12700">
                      <a:solidFill>
                        <a:srgbClr val="000000"/>
                      </a:solidFill>
                      <a:prstDash val="solid"/>
                      <a:round/>
                      <a:headEnd len="sm" w="sm" type="none"/>
                      <a:tailEnd len="sm" w="sm" type="none"/>
                    </a:lnB>
                  </a:tcPr>
                </a:tc>
              </a:tr>
            </a:tbl>
          </a:graphicData>
        </a:graphic>
      </p:graphicFrame>
      <p:sp>
        <p:nvSpPr>
          <p:cNvPr id="260" name="Google Shape;260;p27"/>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261" name="Google Shape;261;p27" title="graphicera_logo.png"/>
          <p:cNvPicPr preferRelativeResize="0"/>
          <p:nvPr/>
        </p:nvPicPr>
        <p:blipFill>
          <a:blip r:embed="rId3">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nvSpPr>
        <p:spPr>
          <a:xfrm>
            <a:off x="8585429" y="174927"/>
            <a:ext cx="552870" cy="185205"/>
          </a:xfrm>
          <a:prstGeom prst="rect">
            <a:avLst/>
          </a:prstGeom>
          <a:noFill/>
          <a:ln>
            <a:noFill/>
          </a:ln>
        </p:spPr>
        <p:txBody>
          <a:bodyPr anchorCtr="0" anchor="t" bIns="0" lIns="0" spcFirstLastPara="1" rIns="0" wrap="square" tIns="19100">
            <a:spAutoFit/>
          </a:bodyPr>
          <a:lstStyle/>
          <a:p>
            <a:pPr indent="0" lvl="0" marL="25400" rtl="0" algn="l">
              <a:lnSpc>
                <a:spcPct val="100000"/>
              </a:lnSpc>
              <a:spcBef>
                <a:spcPts val="0"/>
              </a:spcBef>
              <a:spcAft>
                <a:spcPts val="0"/>
              </a:spcAft>
              <a:buNone/>
            </a:pPr>
            <a:r>
              <a:rPr lang="en-GB" sz="1000">
                <a:latin typeface="Calibri"/>
                <a:ea typeface="Calibri"/>
                <a:cs typeface="Calibri"/>
                <a:sym typeface="Calibri"/>
              </a:rPr>
              <a:t>graphice</a:t>
            </a:r>
            <a:endParaRPr sz="1000">
              <a:latin typeface="Calibri"/>
              <a:ea typeface="Calibri"/>
              <a:cs typeface="Calibri"/>
              <a:sym typeface="Calibri"/>
            </a:endParaRPr>
          </a:p>
        </p:txBody>
      </p:sp>
      <p:grpSp>
        <p:nvGrpSpPr>
          <p:cNvPr id="267" name="Google Shape;267;p28"/>
          <p:cNvGrpSpPr/>
          <p:nvPr/>
        </p:nvGrpSpPr>
        <p:grpSpPr>
          <a:xfrm>
            <a:off x="8562912" y="115088"/>
            <a:ext cx="354481" cy="354308"/>
            <a:chOff x="5399392" y="72605"/>
            <a:chExt cx="223520" cy="223520"/>
          </a:xfrm>
        </p:grpSpPr>
        <p:sp>
          <p:nvSpPr>
            <p:cNvPr id="268" name="Google Shape;268;p28"/>
            <p:cNvSpPr/>
            <p:nvPr/>
          </p:nvSpPr>
          <p:spPr>
            <a:xfrm>
              <a:off x="5399392" y="293281"/>
              <a:ext cx="223520" cy="0"/>
            </a:xfrm>
            <a:custGeom>
              <a:rect b="b" l="l" r="r" t="t"/>
              <a:pathLst>
                <a:path extrusionOk="0" h="120000" w="223520">
                  <a:moveTo>
                    <a:pt x="0" y="0"/>
                  </a:moveTo>
                  <a:lnTo>
                    <a:pt x="223189"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69" name="Google Shape;269;p28"/>
            <p:cNvSpPr/>
            <p:nvPr/>
          </p:nvSpPr>
          <p:spPr>
            <a:xfrm>
              <a:off x="5620054" y="72605"/>
              <a:ext cx="0" cy="223520"/>
            </a:xfrm>
            <a:custGeom>
              <a:rect b="b" l="l" r="r" t="t"/>
              <a:pathLst>
                <a:path extrusionOk="0" h="223520" w="120000">
                  <a:moveTo>
                    <a:pt x="0" y="223202"/>
                  </a:moveTo>
                  <a:lnTo>
                    <a:pt x="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grpSp>
      <p:sp>
        <p:nvSpPr>
          <p:cNvPr descr="$PPTXTitle" id="270" name="Google Shape;270;p28"/>
          <p:cNvSpPr txBox="1"/>
          <p:nvPr>
            <p:ph type="title"/>
          </p:nvPr>
        </p:nvSpPr>
        <p:spPr>
          <a:xfrm>
            <a:off x="550775" y="480054"/>
            <a:ext cx="6887400" cy="366000"/>
          </a:xfrm>
          <a:prstGeom prst="rect">
            <a:avLst/>
          </a:prstGeom>
          <a:noFill/>
          <a:ln>
            <a:noFill/>
          </a:ln>
        </p:spPr>
        <p:txBody>
          <a:bodyPr anchorCtr="0" anchor="t" bIns="0" lIns="0" spcFirstLastPara="1" rIns="0" wrap="square" tIns="27150">
            <a:spAutoFit/>
          </a:bodyPr>
          <a:lstStyle/>
          <a:p>
            <a:pPr indent="0" lvl="0" marL="25400" rtl="0" algn="l">
              <a:lnSpc>
                <a:spcPct val="100000"/>
              </a:lnSpc>
              <a:spcBef>
                <a:spcPts val="0"/>
              </a:spcBef>
              <a:spcAft>
                <a:spcPts val="0"/>
              </a:spcAft>
              <a:buNone/>
            </a:pPr>
            <a:r>
              <a:rPr lang="en-GB"/>
              <a:t>Roadmap, Expected Outcomes &amp; References</a:t>
            </a:r>
            <a:endParaRPr/>
          </a:p>
        </p:txBody>
      </p:sp>
      <p:sp>
        <p:nvSpPr>
          <p:cNvPr id="271" name="Google Shape;271;p28"/>
          <p:cNvSpPr/>
          <p:nvPr/>
        </p:nvSpPr>
        <p:spPr>
          <a:xfrm>
            <a:off x="577803" y="961269"/>
            <a:ext cx="7988392" cy="0"/>
          </a:xfrm>
          <a:custGeom>
            <a:rect b="b" l="l" r="r" t="t"/>
            <a:pathLst>
              <a:path extrusionOk="0" h="120000" w="5039995">
                <a:moveTo>
                  <a:pt x="0" y="0"/>
                </a:moveTo>
                <a:lnTo>
                  <a:pt x="5039995" y="0"/>
                </a:lnTo>
              </a:path>
            </a:pathLst>
          </a:custGeom>
          <a:noFill/>
          <a:ln cap="flat" cmpd="sng" w="11375">
            <a:solidFill>
              <a:srgbClr val="13376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2200"/>
          </a:p>
        </p:txBody>
      </p:sp>
      <p:sp>
        <p:nvSpPr>
          <p:cNvPr id="272" name="Google Shape;272;p28"/>
          <p:cNvSpPr txBox="1"/>
          <p:nvPr>
            <p:ph idx="1" type="body"/>
          </p:nvPr>
        </p:nvSpPr>
        <p:spPr>
          <a:xfrm>
            <a:off x="151125" y="1032438"/>
            <a:ext cx="4876800" cy="3748200"/>
          </a:xfrm>
          <a:prstGeom prst="rect">
            <a:avLst/>
          </a:prstGeom>
          <a:noFill/>
          <a:ln>
            <a:noFill/>
          </a:ln>
        </p:spPr>
        <p:txBody>
          <a:bodyPr anchorCtr="0" anchor="t" bIns="0" lIns="0" spcFirstLastPara="1" rIns="0" wrap="square" tIns="87575">
            <a:spAutoFit/>
          </a:bodyPr>
          <a:lstStyle/>
          <a:p>
            <a:pPr indent="0" lvl="0" marL="76200" rtl="0" algn="l">
              <a:lnSpc>
                <a:spcPct val="100000"/>
              </a:lnSpc>
              <a:spcBef>
                <a:spcPts val="0"/>
              </a:spcBef>
              <a:spcAft>
                <a:spcPts val="0"/>
              </a:spcAft>
              <a:buNone/>
            </a:pPr>
            <a:r>
              <a:rPr lang="en-GB"/>
              <a:t>Roadmap</a:t>
            </a:r>
            <a:endParaRPr/>
          </a:p>
          <a:p>
            <a:pPr indent="0" lvl="0" marL="0" rtl="0" algn="l">
              <a:spcBef>
                <a:spcPts val="500"/>
              </a:spcBef>
              <a:spcAft>
                <a:spcPts val="0"/>
              </a:spcAft>
              <a:buNone/>
            </a:pPr>
            <a:r>
              <a:rPr lang="en-GB" sz="1100">
                <a:solidFill>
                  <a:schemeClr val="dk1"/>
                </a:solidFill>
                <a:latin typeface="Arial"/>
                <a:ea typeface="Arial"/>
                <a:cs typeface="Arial"/>
                <a:sym typeface="Arial"/>
              </a:rPr>
              <a:t>Phase-I: System Design &amp; Ingestion:</a:t>
            </a:r>
            <a:r>
              <a:rPr b="0" lang="en-GB" sz="1100">
                <a:solidFill>
                  <a:schemeClr val="dk1"/>
                </a:solidFill>
                <a:latin typeface="Arial"/>
                <a:ea typeface="Arial"/>
                <a:cs typeface="Arial"/>
                <a:sym typeface="Arial"/>
              </a:rPr>
              <a:t> Finalize zero-allocation C queue architectures and mathematical encounter models.</a:t>
            </a:r>
            <a:endParaRPr b="0">
              <a:solidFill>
                <a:srgbClr val="000000"/>
              </a:solidFill>
            </a:endParaRPr>
          </a:p>
          <a:p>
            <a:pPr indent="0" lvl="0" marL="0" rtl="0" algn="l">
              <a:spcBef>
                <a:spcPts val="500"/>
              </a:spcBef>
              <a:spcAft>
                <a:spcPts val="0"/>
              </a:spcAft>
              <a:buNone/>
            </a:pPr>
            <a:r>
              <a:rPr lang="en-GB" sz="1100">
                <a:solidFill>
                  <a:schemeClr val="dk1"/>
                </a:solidFill>
                <a:latin typeface="Arial"/>
                <a:ea typeface="Arial"/>
                <a:cs typeface="Arial"/>
                <a:sym typeface="Arial"/>
              </a:rPr>
              <a:t>Phase-II: Core Engine &amp; ML Integration:</a:t>
            </a:r>
            <a:r>
              <a:rPr b="0" lang="en-GB" sz="1100">
                <a:solidFill>
                  <a:schemeClr val="dk1"/>
                </a:solidFill>
                <a:latin typeface="Arial"/>
                <a:ea typeface="Arial"/>
                <a:cs typeface="Arial"/>
                <a:sym typeface="Arial"/>
              </a:rPr>
              <a:t> Build the edge logistic regression classifier, binary max-heap, and C++ propulsion dispatcher.</a:t>
            </a:r>
            <a:endParaRPr b="0" sz="1100">
              <a:solidFill>
                <a:schemeClr val="dk1"/>
              </a:solidFill>
              <a:latin typeface="Arial"/>
              <a:ea typeface="Arial"/>
              <a:cs typeface="Arial"/>
              <a:sym typeface="Arial"/>
            </a:endParaRPr>
          </a:p>
          <a:p>
            <a:pPr indent="0" lvl="0" marL="0" rtl="0" algn="l">
              <a:spcBef>
                <a:spcPts val="500"/>
              </a:spcBef>
              <a:spcAft>
                <a:spcPts val="0"/>
              </a:spcAft>
              <a:buNone/>
            </a:pPr>
            <a:r>
              <a:rPr lang="en-GB" sz="1100">
                <a:solidFill>
                  <a:schemeClr val="dk1"/>
                </a:solidFill>
                <a:latin typeface="Arial"/>
                <a:ea typeface="Arial"/>
                <a:cs typeface="Arial"/>
                <a:sym typeface="Arial"/>
              </a:rPr>
              <a:t>Phase-III: Validation &amp; Benchmarking:</a:t>
            </a:r>
            <a:r>
              <a:rPr b="0" lang="en-GB" sz="1100">
                <a:solidFill>
                  <a:schemeClr val="dk1"/>
                </a:solidFill>
                <a:latin typeface="Arial"/>
                <a:ea typeface="Arial"/>
                <a:cs typeface="Arial"/>
                <a:sym typeface="Arial"/>
              </a:rPr>
              <a:t> Conduct fault-injection testing, thruster fallback simulations, and execution latency audits.</a:t>
            </a:r>
            <a:endParaRPr b="0">
              <a:solidFill>
                <a:srgbClr val="000000"/>
              </a:solidFill>
            </a:endParaRPr>
          </a:p>
          <a:p>
            <a:pPr indent="0" lvl="0" marL="76200" rtl="0" algn="l">
              <a:lnSpc>
                <a:spcPct val="100000"/>
              </a:lnSpc>
              <a:spcBef>
                <a:spcPts val="1400"/>
              </a:spcBef>
              <a:spcAft>
                <a:spcPts val="0"/>
              </a:spcAft>
              <a:buNone/>
            </a:pPr>
            <a:r>
              <a:rPr lang="en-GB"/>
              <a:t>Expected Outcomes</a:t>
            </a:r>
            <a:endParaRPr/>
          </a:p>
          <a:p>
            <a:pPr indent="-107950" lvl="1" marL="723900" rtl="0" algn="l">
              <a:lnSpc>
                <a:spcPct val="115000"/>
              </a:lnSpc>
              <a:spcBef>
                <a:spcPts val="0"/>
              </a:spcBef>
              <a:spcAft>
                <a:spcPts val="0"/>
              </a:spcAft>
              <a:buClr>
                <a:srgbClr val="133768"/>
              </a:buClr>
              <a:buSzPts val="1700"/>
              <a:buFont typeface="Lucida Sans"/>
              <a:buChar char="►"/>
            </a:pPr>
            <a:r>
              <a:rPr b="1" lang="en-GB" sz="1100">
                <a:solidFill>
                  <a:schemeClr val="dk1"/>
                </a:solidFill>
                <a:latin typeface="Arial"/>
                <a:ea typeface="Arial"/>
                <a:cs typeface="Arial"/>
                <a:sym typeface="Arial"/>
              </a:rPr>
              <a:t>Working System:</a:t>
            </a:r>
            <a:r>
              <a:rPr lang="en-GB" sz="1100">
                <a:solidFill>
                  <a:schemeClr val="dk1"/>
                </a:solidFill>
                <a:latin typeface="Arial"/>
                <a:ea typeface="Arial"/>
                <a:cs typeface="Arial"/>
                <a:sym typeface="Arial"/>
              </a:rPr>
              <a:t> Zero-heap C/C++ engine handling concurrent alerts</a:t>
            </a:r>
            <a:endParaRPr sz="1100">
              <a:solidFill>
                <a:schemeClr val="dk1"/>
              </a:solidFill>
              <a:latin typeface="Arial"/>
              <a:ea typeface="Arial"/>
              <a:cs typeface="Arial"/>
              <a:sym typeface="Arial"/>
            </a:endParaRPr>
          </a:p>
          <a:p>
            <a:pPr indent="-107950" lvl="1" marL="723900" rtl="0" algn="l">
              <a:lnSpc>
                <a:spcPct val="115000"/>
              </a:lnSpc>
              <a:spcBef>
                <a:spcPts val="0"/>
              </a:spcBef>
              <a:spcAft>
                <a:spcPts val="0"/>
              </a:spcAft>
              <a:buClr>
                <a:srgbClr val="133768"/>
              </a:buClr>
              <a:buSzPts val="1700"/>
              <a:buFont typeface="Lucida Sans"/>
              <a:buChar char="►"/>
            </a:pPr>
            <a:r>
              <a:rPr b="1" lang="en-GB" sz="1100">
                <a:solidFill>
                  <a:schemeClr val="dk1"/>
                </a:solidFill>
                <a:latin typeface="Arial"/>
                <a:ea typeface="Arial"/>
                <a:cs typeface="Arial"/>
                <a:sym typeface="Arial"/>
              </a:rPr>
              <a:t>Measurable Results:</a:t>
            </a:r>
            <a:r>
              <a:rPr lang="en-GB" sz="1100">
                <a:solidFill>
                  <a:schemeClr val="dk1"/>
                </a:solidFill>
                <a:latin typeface="Arial"/>
                <a:ea typeface="Arial"/>
                <a:cs typeface="Arial"/>
                <a:sym typeface="Arial"/>
              </a:rPr>
              <a:t> Sub-millisecond threat ranking &amp; fast ΔV calculation</a:t>
            </a:r>
            <a:endParaRPr sz="1100">
              <a:solidFill>
                <a:schemeClr val="dk1"/>
              </a:solidFill>
              <a:latin typeface="Arial"/>
              <a:ea typeface="Arial"/>
              <a:cs typeface="Arial"/>
              <a:sym typeface="Arial"/>
            </a:endParaRPr>
          </a:p>
          <a:p>
            <a:pPr indent="-107950" lvl="1" marL="723900" rtl="0" algn="l">
              <a:lnSpc>
                <a:spcPct val="115000"/>
              </a:lnSpc>
              <a:spcBef>
                <a:spcPts val="0"/>
              </a:spcBef>
              <a:spcAft>
                <a:spcPts val="0"/>
              </a:spcAft>
              <a:buClr>
                <a:srgbClr val="133768"/>
              </a:buClr>
              <a:buSzPts val="1700"/>
              <a:buFont typeface="Lucida Sans"/>
              <a:buChar char="►"/>
            </a:pPr>
            <a:r>
              <a:rPr b="1" lang="en-GB" sz="1100">
                <a:solidFill>
                  <a:schemeClr val="dk1"/>
                </a:solidFill>
                <a:latin typeface="Arial"/>
                <a:ea typeface="Arial"/>
                <a:cs typeface="Arial"/>
                <a:sym typeface="Arial"/>
              </a:rPr>
              <a:t>Practical Applicability:</a:t>
            </a:r>
            <a:r>
              <a:rPr lang="en-GB" sz="1100">
                <a:solidFill>
                  <a:schemeClr val="dk1"/>
                </a:solidFill>
                <a:latin typeface="Arial"/>
                <a:ea typeface="Arial"/>
                <a:cs typeface="Arial"/>
                <a:sym typeface="Arial"/>
              </a:rPr>
              <a:t> Safe autonomous fallback during thruster failures</a:t>
            </a:r>
            <a:endParaRPr sz="1100">
              <a:solidFill>
                <a:schemeClr val="dk1"/>
              </a:solidFill>
              <a:latin typeface="Arial"/>
              <a:ea typeface="Arial"/>
              <a:cs typeface="Arial"/>
              <a:sym typeface="Arial"/>
            </a:endParaRPr>
          </a:p>
          <a:p>
            <a:pPr indent="-107950" lvl="1" marL="723900" rtl="0" algn="l">
              <a:lnSpc>
                <a:spcPct val="115000"/>
              </a:lnSpc>
              <a:spcBef>
                <a:spcPts val="0"/>
              </a:spcBef>
              <a:spcAft>
                <a:spcPts val="0"/>
              </a:spcAft>
              <a:buClr>
                <a:srgbClr val="133768"/>
              </a:buClr>
              <a:buSzPts val="1700"/>
              <a:buFont typeface="Lucida Sans"/>
              <a:buChar char="►"/>
            </a:pPr>
            <a:r>
              <a:rPr b="1" lang="en-GB" sz="1100">
                <a:solidFill>
                  <a:schemeClr val="dk1"/>
                </a:solidFill>
                <a:latin typeface="Arial"/>
                <a:ea typeface="Arial"/>
                <a:cs typeface="Arial"/>
                <a:sym typeface="Arial"/>
              </a:rPr>
              <a:t>Future Scalability:</a:t>
            </a:r>
            <a:r>
              <a:rPr lang="en-GB" sz="1100">
                <a:solidFill>
                  <a:schemeClr val="dk1"/>
                </a:solidFill>
                <a:latin typeface="Arial"/>
                <a:ea typeface="Arial"/>
                <a:cs typeface="Arial"/>
                <a:sym typeface="Arial"/>
              </a:rPr>
              <a:t> Portable codebase ready for ARM embedded </a:t>
            </a:r>
            <a:endParaRPr i="1" sz="1700">
              <a:solidFill>
                <a:srgbClr val="595959"/>
              </a:solidFill>
              <a:latin typeface="Arial"/>
              <a:ea typeface="Arial"/>
              <a:cs typeface="Arial"/>
              <a:sym typeface="Arial"/>
            </a:endParaRPr>
          </a:p>
        </p:txBody>
      </p:sp>
      <p:sp>
        <p:nvSpPr>
          <p:cNvPr id="273" name="Google Shape;273;p28"/>
          <p:cNvSpPr txBox="1"/>
          <p:nvPr>
            <p:ph idx="11" type="ftr"/>
          </p:nvPr>
        </p:nvSpPr>
        <p:spPr>
          <a:xfrm>
            <a:off x="151122" y="4967027"/>
            <a:ext cx="6194400" cy="153900"/>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r>
              <a:rPr lang="en-GB"/>
              <a:t>Department of Computer Science &amp; Engineering — Graphic Era (Deemed to be University)</a:t>
            </a:r>
            <a:endParaRPr/>
          </a:p>
        </p:txBody>
      </p:sp>
      <p:sp>
        <p:nvSpPr>
          <p:cNvPr id="274" name="Google Shape;274;p28"/>
          <p:cNvSpPr txBox="1"/>
          <p:nvPr>
            <p:ph idx="12" type="sldNum"/>
          </p:nvPr>
        </p:nvSpPr>
        <p:spPr>
          <a:xfrm>
            <a:off x="8623827" y="4967031"/>
            <a:ext cx="360522" cy="162055"/>
          </a:xfrm>
          <a:prstGeom prst="rect">
            <a:avLst/>
          </a:prstGeom>
          <a:noFill/>
          <a:ln>
            <a:noFill/>
          </a:ln>
        </p:spPr>
        <p:txBody>
          <a:bodyPr anchorCtr="0" anchor="t" bIns="0" lIns="0" spcFirstLastPara="1" rIns="0" wrap="square" tIns="0">
            <a:spAutoFit/>
          </a:bodyPr>
          <a:lstStyle/>
          <a:p>
            <a:pPr indent="0" lvl="0" marL="25400" rtl="0" algn="l">
              <a:lnSpc>
                <a:spcPct val="112500"/>
              </a:lnSpc>
              <a:spcBef>
                <a:spcPts val="0"/>
              </a:spcBef>
              <a:spcAft>
                <a:spcPts val="0"/>
              </a:spcAft>
              <a:buNone/>
            </a:pPr>
            <a:fld id="{00000000-1234-1234-1234-123412341234}" type="slidenum">
              <a:rPr lang="en-GB"/>
              <a:t>‹#›</a:t>
            </a:fld>
            <a:r>
              <a:rPr lang="en-GB"/>
              <a:t>/10</a:t>
            </a:r>
            <a:endParaRPr/>
          </a:p>
        </p:txBody>
      </p:sp>
      <p:sp>
        <p:nvSpPr>
          <p:cNvPr id="275" name="Google Shape;275;p28"/>
          <p:cNvSpPr txBox="1"/>
          <p:nvPr/>
        </p:nvSpPr>
        <p:spPr>
          <a:xfrm>
            <a:off x="5027925" y="1032450"/>
            <a:ext cx="4046100" cy="2330700"/>
          </a:xfrm>
          <a:prstGeom prst="rect">
            <a:avLst/>
          </a:prstGeom>
          <a:noFill/>
          <a:ln>
            <a:noFill/>
          </a:ln>
        </p:spPr>
        <p:txBody>
          <a:bodyPr anchorCtr="0" anchor="t" bIns="0" lIns="0" spcFirstLastPara="1" rIns="0" wrap="square" tIns="87575">
            <a:spAutoFit/>
          </a:bodyPr>
          <a:lstStyle/>
          <a:p>
            <a:pPr indent="0" lvl="0" marL="25400" rtl="0" algn="l">
              <a:lnSpc>
                <a:spcPct val="100000"/>
              </a:lnSpc>
              <a:spcBef>
                <a:spcPts val="0"/>
              </a:spcBef>
              <a:spcAft>
                <a:spcPts val="0"/>
              </a:spcAft>
              <a:buNone/>
            </a:pPr>
            <a:r>
              <a:rPr b="1" lang="en-GB" sz="1700">
                <a:solidFill>
                  <a:srgbClr val="133768"/>
                </a:solidFill>
                <a:latin typeface="Tahoma"/>
                <a:ea typeface="Tahoma"/>
                <a:cs typeface="Tahoma"/>
                <a:sym typeface="Tahoma"/>
              </a:rPr>
              <a:t>References</a:t>
            </a:r>
            <a:endParaRPr sz="1700">
              <a:latin typeface="Tahoma"/>
              <a:ea typeface="Tahoma"/>
              <a:cs typeface="Tahoma"/>
              <a:sym typeface="Tahoma"/>
            </a:endParaRPr>
          </a:p>
          <a:p>
            <a:pPr indent="-336550" lvl="0" marL="457200" rtl="0" algn="l">
              <a:spcBef>
                <a:spcPts val="500"/>
              </a:spcBef>
              <a:spcAft>
                <a:spcPts val="0"/>
              </a:spcAft>
              <a:buClr>
                <a:srgbClr val="133768"/>
              </a:buClr>
              <a:buSzPts val="1700"/>
              <a:buFont typeface="Tahoma"/>
              <a:buAutoNum type="arabicPeriod"/>
            </a:pPr>
            <a:r>
              <a:rPr b="1" lang="en-GB" sz="1100">
                <a:solidFill>
                  <a:schemeClr val="dk1"/>
                </a:solidFill>
              </a:rPr>
              <a:t>Standard:</a:t>
            </a:r>
            <a:r>
              <a:rPr lang="en-GB" sz="1100">
                <a:solidFill>
                  <a:schemeClr val="dk1"/>
                </a:solidFill>
              </a:rPr>
              <a:t> CCSDS 508.0-B-1 Conjunction Data Message (CDM) Standard</a:t>
            </a:r>
            <a:endParaRPr sz="1100">
              <a:solidFill>
                <a:schemeClr val="dk1"/>
              </a:solidFill>
            </a:endParaRPr>
          </a:p>
          <a:p>
            <a:pPr indent="-336550" lvl="0" marL="457200" rtl="0" algn="l">
              <a:spcBef>
                <a:spcPts val="500"/>
              </a:spcBef>
              <a:spcAft>
                <a:spcPts val="0"/>
              </a:spcAft>
              <a:buClr>
                <a:srgbClr val="133768"/>
              </a:buClr>
              <a:buSzPts val="1700"/>
              <a:buFont typeface="Tahoma"/>
              <a:buAutoNum type="arabicPeriod"/>
            </a:pPr>
            <a:r>
              <a:rPr b="1" lang="en-GB" sz="1100">
                <a:solidFill>
                  <a:schemeClr val="dk1"/>
                </a:solidFill>
              </a:rPr>
              <a:t>Safety Standard:</a:t>
            </a:r>
            <a:r>
              <a:rPr lang="en-GB" sz="1100">
                <a:solidFill>
                  <a:schemeClr val="dk1"/>
                </a:solidFill>
              </a:rPr>
              <a:t> MISRA C:2012 Guidelines for Critical Systems</a:t>
            </a:r>
            <a:endParaRPr sz="1100">
              <a:solidFill>
                <a:schemeClr val="dk1"/>
              </a:solidFill>
            </a:endParaRPr>
          </a:p>
          <a:p>
            <a:pPr indent="-336550" lvl="0" marL="457200" rtl="0" algn="l">
              <a:spcBef>
                <a:spcPts val="500"/>
              </a:spcBef>
              <a:spcAft>
                <a:spcPts val="0"/>
              </a:spcAft>
              <a:buClr>
                <a:srgbClr val="133768"/>
              </a:buClr>
              <a:buSzPts val="1700"/>
              <a:buFont typeface="Tahoma"/>
              <a:buAutoNum type="arabicPeriod"/>
            </a:pPr>
            <a:r>
              <a:rPr b="1" lang="en-GB" sz="1100">
                <a:solidFill>
                  <a:schemeClr val="dk1"/>
                </a:solidFill>
              </a:rPr>
              <a:t>Documentation:</a:t>
            </a:r>
            <a:r>
              <a:rPr lang="en-GB" sz="1100">
                <a:solidFill>
                  <a:schemeClr val="dk1"/>
                </a:solidFill>
              </a:rPr>
              <a:t> ISO/IEC C++17 Standards &amp; GCC Toolchain Manuals</a:t>
            </a:r>
            <a:endParaRPr sz="1100">
              <a:solidFill>
                <a:schemeClr val="dk1"/>
              </a:solidFill>
            </a:endParaRPr>
          </a:p>
          <a:p>
            <a:pPr indent="-336550" lvl="0" marL="457200" rtl="0" algn="l">
              <a:spcBef>
                <a:spcPts val="500"/>
              </a:spcBef>
              <a:spcAft>
                <a:spcPts val="0"/>
              </a:spcAft>
              <a:buClr>
                <a:srgbClr val="133768"/>
              </a:buClr>
              <a:buSzPts val="1700"/>
              <a:buFont typeface="Tahoma"/>
              <a:buAutoNum type="arabicPeriod"/>
            </a:pPr>
            <a:r>
              <a:rPr b="1" lang="en-GB" sz="1100">
                <a:solidFill>
                  <a:schemeClr val="dk1"/>
                </a:solidFill>
              </a:rPr>
              <a:t>Dataset:</a:t>
            </a:r>
            <a:r>
              <a:rPr lang="en-GB" sz="1100">
                <a:solidFill>
                  <a:schemeClr val="dk1"/>
                </a:solidFill>
              </a:rPr>
              <a:t> CelesTrak &amp; Space-Track Ephemeris / Conjunction Archives</a:t>
            </a:r>
            <a:endParaRPr i="1" sz="1700">
              <a:solidFill>
                <a:srgbClr val="595959"/>
              </a:solidFill>
            </a:endParaRPr>
          </a:p>
        </p:txBody>
      </p:sp>
      <p:sp>
        <p:nvSpPr>
          <p:cNvPr id="276" name="Google Shape;276;p28"/>
          <p:cNvSpPr txBox="1"/>
          <p:nvPr/>
        </p:nvSpPr>
        <p:spPr>
          <a:xfrm>
            <a:off x="5417416" y="4143658"/>
            <a:ext cx="3051300" cy="577800"/>
          </a:xfrm>
          <a:prstGeom prst="rect">
            <a:avLst/>
          </a:prstGeom>
          <a:solidFill>
            <a:srgbClr val="133768"/>
          </a:solidFill>
          <a:ln>
            <a:noFill/>
          </a:ln>
        </p:spPr>
        <p:txBody>
          <a:bodyPr anchorCtr="0" anchor="t" bIns="0" lIns="0" spcFirstLastPara="1" rIns="0" wrap="square" tIns="0">
            <a:spAutoFit/>
          </a:bodyPr>
          <a:lstStyle/>
          <a:p>
            <a:pPr indent="0" lvl="0" marL="0" rtl="0" algn="ctr">
              <a:lnSpc>
                <a:spcPct val="115909"/>
              </a:lnSpc>
              <a:spcBef>
                <a:spcPts val="0"/>
              </a:spcBef>
              <a:spcAft>
                <a:spcPts val="0"/>
              </a:spcAft>
              <a:buNone/>
            </a:pPr>
            <a:r>
              <a:rPr b="1" lang="en-GB" sz="1700">
                <a:solidFill>
                  <a:srgbClr val="FFFFFF"/>
                </a:solidFill>
                <a:latin typeface="Tahoma"/>
                <a:ea typeface="Tahoma"/>
                <a:cs typeface="Tahoma"/>
                <a:sym typeface="Tahoma"/>
              </a:rPr>
              <a:t>Thank You</a:t>
            </a:r>
            <a:endParaRPr sz="1700">
              <a:latin typeface="Tahoma"/>
              <a:ea typeface="Tahoma"/>
              <a:cs typeface="Tahoma"/>
              <a:sym typeface="Tahoma"/>
            </a:endParaRPr>
          </a:p>
          <a:p>
            <a:pPr indent="0" lvl="0" marL="0" rtl="0" algn="ctr">
              <a:lnSpc>
                <a:spcPct val="100000"/>
              </a:lnSpc>
              <a:spcBef>
                <a:spcPts val="100"/>
              </a:spcBef>
              <a:spcAft>
                <a:spcPts val="0"/>
              </a:spcAft>
              <a:buNone/>
            </a:pPr>
            <a:r>
              <a:rPr lang="en-GB" sz="1700">
                <a:solidFill>
                  <a:srgbClr val="FFFFFF"/>
                </a:solidFill>
                <a:latin typeface="Tahoma"/>
                <a:ea typeface="Tahoma"/>
                <a:cs typeface="Tahoma"/>
                <a:sym typeface="Tahoma"/>
              </a:rPr>
              <a:t>Questions &amp; Suggestions</a:t>
            </a:r>
            <a:endParaRPr sz="1700">
              <a:latin typeface="Tahoma"/>
              <a:ea typeface="Tahoma"/>
              <a:cs typeface="Tahoma"/>
              <a:sym typeface="Tahoma"/>
            </a:endParaRPr>
          </a:p>
        </p:txBody>
      </p:sp>
      <p:sp>
        <p:nvSpPr>
          <p:cNvPr id="277" name="Google Shape;277;p28"/>
          <p:cNvSpPr/>
          <p:nvPr/>
        </p:nvSpPr>
        <p:spPr>
          <a:xfrm>
            <a:off x="8393725" y="84525"/>
            <a:ext cx="680400" cy="63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Calibri"/>
              <a:ea typeface="Calibri"/>
              <a:cs typeface="Calibri"/>
              <a:sym typeface="Calibri"/>
            </a:endParaRPr>
          </a:p>
        </p:txBody>
      </p:sp>
      <p:pic>
        <p:nvPicPr>
          <p:cNvPr id="278" name="Google Shape;278;p28" title="graphicera_logo.png"/>
          <p:cNvPicPr preferRelativeResize="0"/>
          <p:nvPr/>
        </p:nvPicPr>
        <p:blipFill>
          <a:blip r:embed="rId3">
            <a:alphaModFix/>
          </a:blip>
          <a:stretch>
            <a:fillRect/>
          </a:stretch>
        </p:blipFill>
        <p:spPr>
          <a:xfrm>
            <a:off x="8468725" y="137625"/>
            <a:ext cx="530400" cy="53040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